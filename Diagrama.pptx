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6"/>
  </p:notesMasterIdLst>
  <p:sldIdLst>
    <p:sldId id="256" r:id="rId4"/>
    <p:sldId id="257" r:id="rId5"/>
  </p:sldIdLst>
  <p:sldSz cx="12192000" cy="6858000"/>
  <p:notesSz cx="7103745" cy="10234295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7" d="100"/>
          <a:sy n="117" d="100"/>
        </p:scale>
        <p:origin x="510" y="102"/>
      </p:cViewPr>
      <p:guideLst>
        <p:guide pos="2108" orient="horz"/>
        <p:guide pos="3814"/>
      </p:guideLst>
    </p:cSldViewPr>
  </p:slideViewPr>
  <p:gridSpacing cx="72000" cy="720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 /><Relationship Id="rId8" Type="http://schemas.openxmlformats.org/officeDocument/2006/relationships/tableStyles" Target="tableStyles.xml" /><Relationship Id="rId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71068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01816180" name="Slide Number Placeholder 2"/>
          <p:cNvSpPr>
            <a:spLocks noGrp="1"/>
          </p:cNvSpPr>
          <p:nvPr>
            <p:ph type="dt" idx="1"/>
          </p:nvPr>
        </p:nvSpPr>
        <p:spPr bwMode="auto">
          <a:xfrm>
            <a:off x="4024312" y="0"/>
            <a:ext cx="307816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D6C8D182-E4C8-4120-9249-FC9774456FFA}" type="datetimeFigureOut">
              <a:rPr lang="en-US"/>
              <a:t/>
            </a:fld>
            <a:endParaRPr lang="en-US"/>
          </a:p>
        </p:txBody>
      </p:sp>
      <p:sp>
        <p:nvSpPr>
          <p:cNvPr id="704919007" name="Slide Image Placeho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82600" y="1279525"/>
            <a:ext cx="6140450" cy="345439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87970083" name="Note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4301860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79981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4024312" y="9721850"/>
            <a:ext cx="307816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85D0DACE-38E0-42D2-9336-2B707D34BC6D}" type="slidenum">
              <a:rPr lang="en-US"/>
              <a:t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97082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2299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6374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F7001-3BF7-CFEE-3AC8-518592B118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4255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157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83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84E92D-1AF2-29CD-2D5D-53664AA6EF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434090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latin typeface="Calibri Light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9603274" name="Date Placeholder 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/>
              <a:t/>
            </a:fld>
            <a:endParaRPr lang="en-US"/>
          </a:p>
        </p:txBody>
      </p:sp>
      <p:sp>
        <p:nvSpPr>
          <p:cNvPr id="31620021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452914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en-US"/>
              <a:t/>
            </a:fld>
            <a:endParaRPr lang="en-US"/>
          </a:p>
        </p:txBody>
      </p:sp>
      <p:sp>
        <p:nvSpPr>
          <p:cNvPr id="562085891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312395" name="Title 1"/>
          <p:cNvSpPr>
            <a:spLocks noGrp="1"/>
          </p:cNvSpPr>
          <p:nvPr>
            <p:ph type="title"/>
          </p:nvPr>
        </p:nvSpPr>
        <p:spPr bwMode="auto"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latin typeface="Calibri Light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07394956" name="Content Placeholder 2"/>
          <p:cNvSpPr>
            <a:spLocks noGrp="1"/>
          </p:cNvSpPr>
          <p:nvPr>
            <p:ph idx="1"/>
          </p:nvPr>
        </p:nvSpPr>
        <p:spPr bwMode="auto"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cs typeface="Calibri Light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cs typeface="Calibri Light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cs typeface="Calibri Light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cs typeface="Calibri Light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cs typeface="Calibri Light"/>
              </a:defRPr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 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908496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/>
              <a:t/>
            </a:fld>
            <a:endParaRPr lang="en-US"/>
          </a:p>
        </p:txBody>
      </p:sp>
      <p:sp>
        <p:nvSpPr>
          <p:cNvPr id="16334230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5876216" name="Slide Number Placeholder 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385694" name="Title 1"/>
          <p:cNvSpPr>
            <a:spLocks noGrp="1"/>
          </p:cNvSpPr>
          <p:nvPr>
            <p:ph type="title"/>
          </p:nvPr>
        </p:nvSpPr>
        <p:spPr bwMode="auto"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771435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081094880" name="Slide Number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/>
              <a:t/>
            </a:fld>
            <a:endParaRPr lang="en-US"/>
          </a:p>
        </p:txBody>
      </p:sp>
      <p:sp>
        <p:nvSpPr>
          <p:cNvPr id="6284337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752574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681049" name="Title 1"/>
          <p:cNvSpPr>
            <a:spLocks noGrp="1"/>
          </p:cNvSpPr>
          <p:nvPr>
            <p:ph type="title"/>
          </p:nvPr>
        </p:nvSpPr>
        <p:spPr bwMode="auto"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913467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cs typeface="Calibri Light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cs typeface="Calibri Light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cs typeface="Calibri Light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cs typeface="Calibri Light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cs typeface="Calibri Light"/>
              </a:defRPr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7181210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lang="en-US" sz="2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Calibri Light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2044178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/>
              <a:t/>
            </a:fld>
            <a:endParaRPr lang="en-US"/>
          </a:p>
        </p:txBody>
      </p:sp>
      <p:sp>
        <p:nvSpPr>
          <p:cNvPr id="91247128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770830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289377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562847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/>
                <a:cs typeface="Calibri Ligh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6766903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615609"/>
            <a:ext cx="5157787" cy="357405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34794953" name="文本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/>
                <a:cs typeface="Calibri Ligh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846428974" name="内容占位符 5"/>
          <p:cNvSpPr>
            <a:spLocks noGrp="1"/>
          </p:cNvSpPr>
          <p:nvPr>
            <p:ph sz="quarter" idx="4"/>
          </p:nvPr>
        </p:nvSpPr>
        <p:spPr bwMode="auto">
          <a:xfrm>
            <a:off x="6172200" y="2615609"/>
            <a:ext cx="5183188" cy="357405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2355433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/>
              <a:t/>
            </a:fld>
            <a:endParaRPr lang="en-US"/>
          </a:p>
        </p:txBody>
      </p:sp>
      <p:sp>
        <p:nvSpPr>
          <p:cNvPr id="162886245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280746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314623" name="Title 1"/>
          <p:cNvSpPr>
            <a:spLocks noGrp="1"/>
          </p:cNvSpPr>
          <p:nvPr>
            <p:ph type="title"/>
          </p:nvPr>
        </p:nvSpPr>
        <p:spPr bwMode="auto"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latin typeface="Calibri Light"/>
                <a:cs typeface="Calibri Light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8799214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/>
              <a:t/>
            </a:fld>
            <a:endParaRPr lang="en-US"/>
          </a:p>
        </p:txBody>
      </p:sp>
      <p:sp>
        <p:nvSpPr>
          <p:cNvPr id="133921926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979732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3902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/>
              <a:t/>
            </a:fld>
            <a:endParaRPr lang="en-US"/>
          </a:p>
        </p:txBody>
      </p:sp>
      <p:sp>
        <p:nvSpPr>
          <p:cNvPr id="29846154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711766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615411" name="Title 1"/>
          <p:cNvSpPr>
            <a:spLocks noGrp="1"/>
          </p:cNvSpPr>
          <p:nvPr>
            <p:ph type="title"/>
          </p:nvPr>
        </p:nvSpPr>
        <p:spPr bwMode="auto"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latin typeface="Calibri Light"/>
                <a:cs typeface="Calibri Light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4975688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43595652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3379884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EFD9D74-47D9-4702-A33C-335B63B48DBF}" type="datetimeFigureOut">
              <a:rPr lang="en-US"/>
              <a:t/>
            </a:fld>
            <a:endParaRPr lang="en-US"/>
          </a:p>
        </p:txBody>
      </p:sp>
      <p:sp>
        <p:nvSpPr>
          <p:cNvPr id="10574950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949775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ABC47A4-756D-490B-A52F-7D9E2C9FC05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28555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9081452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8879958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815825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/>
              <a:t/>
            </a:fld>
            <a:endParaRPr lang="en-US"/>
          </a:p>
        </p:txBody>
      </p:sp>
      <p:sp>
        <p:nvSpPr>
          <p:cNvPr id="133533113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389301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161630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/>
              <a:t/>
            </a:fld>
            <a:endParaRPr lang="en-US"/>
          </a:p>
        </p:txBody>
      </p:sp>
      <p:sp>
        <p:nvSpPr>
          <p:cNvPr id="142314607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334474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en-US"/>
              <a:t/>
            </a:fld>
            <a:endParaRPr lang="en-US"/>
          </a:p>
        </p:txBody>
      </p:sp>
      <p:sp>
        <p:nvSpPr>
          <p:cNvPr id="964452036" name="Content Placeholder 6"/>
          <p:cNvSpPr>
            <a:spLocks noGrp="1"/>
          </p:cNvSpPr>
          <p:nvPr>
            <p:ph sz="quarter" idx="13"/>
          </p:nvPr>
        </p:nvSpPr>
        <p:spPr bwMode="auto">
          <a:xfrm>
            <a:off x="838200" y="551543"/>
            <a:ext cx="10515600" cy="5558971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Título y tex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241388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1537748091" name="Marcador de texto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s-ES"/>
              <a:t>Editar el estilo de texto del patrón</a:t>
            </a:r>
            <a:endParaRPr lang="es-ES"/>
          </a:p>
          <a:p>
            <a:pPr lvl="1">
              <a:defRPr/>
            </a:pPr>
            <a:r>
              <a:rPr lang="es-ES"/>
              <a:t>Segundo nivel</a:t>
            </a:r>
            <a:endParaRPr lang="es-ES"/>
          </a:p>
          <a:p>
            <a:pPr lvl="2">
              <a:defRPr/>
            </a:pPr>
            <a:r>
              <a:rPr lang="es-ES"/>
              <a:t>Tercer nivel</a:t>
            </a:r>
            <a:endParaRPr lang="es-ES"/>
          </a:p>
          <a:p>
            <a:pPr lvl="3">
              <a:defRPr/>
            </a:pPr>
            <a:r>
              <a:rPr lang="es-ES"/>
              <a:t>Cuarto nivel</a:t>
            </a:r>
            <a:endParaRPr lang="es-ES"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328163186" name="Marcador de fech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/>
              <a:t/>
            </a:fld>
            <a:endParaRPr lang="en-US"/>
          </a:p>
        </p:txBody>
      </p:sp>
      <p:sp>
        <p:nvSpPr>
          <p:cNvPr id="1793918160" name="Marcador de pie de pá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0906073" name="Marcador de número de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1741353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515293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9106201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60FBDFE-C587-4B4C-A407-44438C67B59E}" type="datetimeFigureOut">
              <a:rPr lang="en-US"/>
              <a:t/>
            </a:fld>
            <a:endParaRPr lang="en-US"/>
          </a:p>
        </p:txBody>
      </p:sp>
      <p:sp>
        <p:nvSpPr>
          <p:cNvPr id="131548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/>
                <a:cs typeface="Calibri Ligh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966404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/>
                <a:cs typeface="Calibri Light"/>
              </a:defRPr>
            </a:lvl1pPr>
          </a:lstStyle>
          <a:p>
            <a:pPr>
              <a:defRPr/>
            </a:pPr>
            <a:fld id="{49AE70B2-8BF9-45C0-BB95-33D1B9D3A854}" type="slidenum">
              <a:rPr lang="en-US"/>
              <a:t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000">
          <a:solidFill>
            <a:schemeClr val="tx1"/>
          </a:solidFill>
          <a:latin typeface="Calibri Light"/>
          <a:ea typeface="+mj-ea"/>
          <a:cs typeface="+mj-cs"/>
        </a:defRPr>
      </a:lvl1pPr>
    </p:titleStyle>
    <p:bodyStyle>
      <a:lvl1pPr marL="0" marR="0" indent="0" algn="l" defTabSz="914400" rtl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defRPr sz="2800" b="0">
          <a:solidFill>
            <a:schemeClr val="tx1"/>
          </a:solidFill>
          <a:latin typeface="Calibri Ligh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Calibri Ligh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Calibri Light"/>
          <a:ea typeface="+mn-ea"/>
          <a:cs typeface="Calibri Light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Calibri Light"/>
          <a:ea typeface="+mn-ea"/>
          <a:cs typeface="Calibri Light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Calibri Light"/>
          <a:ea typeface="+mn-ea"/>
          <a:cs typeface="Calibri Light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0" Type="http://schemas.openxmlformats.org/officeDocument/2006/relationships/image" Target="../media/image8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7848942" name=""/>
          <p:cNvGrpSpPr/>
          <p:nvPr/>
        </p:nvGrpSpPr>
        <p:grpSpPr bwMode="auto">
          <a:xfrm>
            <a:off x="-1869750" y="-825499"/>
            <a:ext cx="14573249" cy="8794749"/>
            <a:chOff x="0" y="0"/>
            <a:chExt cx="14573249" cy="8794749"/>
          </a:xfrm>
        </p:grpSpPr>
        <p:sp>
          <p:nvSpPr>
            <p:cNvPr id="1178038940" name=""/>
            <p:cNvSpPr/>
            <p:nvPr/>
          </p:nvSpPr>
          <p:spPr bwMode="auto">
            <a:xfrm rot="0" flipH="0" flipV="0">
              <a:off x="0" y="0"/>
              <a:ext cx="14573249" cy="8794749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solidFill>
                <a:schemeClr val="bg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grpSp>
          <p:nvGrpSpPr>
            <p:cNvPr id="1494084536" name=""/>
            <p:cNvGrpSpPr/>
            <p:nvPr/>
          </p:nvGrpSpPr>
          <p:grpSpPr bwMode="auto">
            <a:xfrm>
              <a:off x="1964998" y="966468"/>
              <a:ext cx="12096749" cy="7221854"/>
              <a:chOff x="0" y="0"/>
              <a:chExt cx="12096749" cy="7221854"/>
            </a:xfrm>
          </p:grpSpPr>
          <p:grpSp>
            <p:nvGrpSpPr>
              <p:cNvPr id="1983899375" name="Grupo 9"/>
              <p:cNvGrpSpPr/>
              <p:nvPr/>
            </p:nvGrpSpPr>
            <p:grpSpPr bwMode="auto">
              <a:xfrm>
                <a:off x="0" y="0"/>
                <a:ext cx="9505950" cy="6144894"/>
                <a:chOff x="150" y="222"/>
                <a:chExt cx="14970" cy="9677"/>
              </a:xfrm>
            </p:grpSpPr>
            <p:pic>
              <p:nvPicPr>
                <p:cNvPr id="5" name="Imagen 4"/>
                <p:cNvPicPr/>
                <p:nvPr/>
              </p:nvPicPr>
              <p:blipFill rotWithShape="1">
                <a:blip r:embed="rId3"/>
                <a:srcRect l="5889" t="6926" r="6852" b="53685"/>
                <a:stretch/>
              </p:blipFill>
              <p:spPr bwMode="auto">
                <a:xfrm rot="10800000">
                  <a:off x="8210" y="222"/>
                  <a:ext cx="6911" cy="3120"/>
                </a:xfrm>
                <a:prstGeom prst="rect">
                  <a:avLst/>
                </a:prstGeom>
              </p:spPr>
            </p:pic>
            <p:grpSp>
              <p:nvGrpSpPr>
                <p:cNvPr id="108" name="Grupo 107"/>
                <p:cNvGrpSpPr/>
                <p:nvPr/>
              </p:nvGrpSpPr>
              <p:grpSpPr bwMode="auto">
                <a:xfrm>
                  <a:off x="150" y="761"/>
                  <a:ext cx="8262" cy="9138"/>
                  <a:chOff x="150" y="957"/>
                  <a:chExt cx="11266" cy="12460"/>
                </a:xfrm>
              </p:grpSpPr>
              <p:cxnSp>
                <p:nvCxnSpPr>
                  <p:cNvPr id="105" name="Conector angular 104"/>
                  <p:cNvCxnSpPr>
                    <a:stCxn id="71" idx="7"/>
                    <a:endCxn id="3" idx="2"/>
                  </p:cNvCxnSpPr>
                  <p:nvPr/>
                </p:nvCxnSpPr>
                <p:spPr bwMode="auto">
                  <a:xfrm rot="16199998" flipH="1">
                    <a:off x="6226" y="-2791"/>
                    <a:ext cx="1023" cy="8806"/>
                  </a:xfrm>
                  <a:prstGeom prst="bentConnector4">
                    <a:avLst>
                      <a:gd name="adj1" fmla="val -54000"/>
                      <a:gd name="adj2" fmla="val 93244"/>
                    </a:avLst>
                  </a:prstGeom>
                  <a:ln w="28575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1" name="Grupo 10"/>
                  <p:cNvGrpSpPr/>
                  <p:nvPr/>
                </p:nvGrpSpPr>
                <p:grpSpPr bwMode="auto">
                  <a:xfrm>
                    <a:off x="11140" y="1694"/>
                    <a:ext cx="276" cy="1151"/>
                    <a:chOff x="10467" y="1920"/>
                    <a:chExt cx="276" cy="1151"/>
                  </a:xfrm>
                </p:grpSpPr>
                <p:sp>
                  <p:nvSpPr>
                    <p:cNvPr id="2" name="Óvalo 1"/>
                    <p:cNvSpPr/>
                    <p:nvPr/>
                  </p:nvSpPr>
                  <p:spPr bwMode="auto">
                    <a:xfrm>
                      <a:off x="10467" y="1920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3" name="Óvalo 2"/>
                    <p:cNvSpPr/>
                    <p:nvPr/>
                  </p:nvSpPr>
                  <p:spPr bwMode="auto">
                    <a:xfrm>
                      <a:off x="10467" y="221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4" name="Óvalo 3"/>
                    <p:cNvSpPr/>
                    <p:nvPr/>
                  </p:nvSpPr>
                  <p:spPr bwMode="auto">
                    <a:xfrm>
                      <a:off x="10467" y="2502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9" name="Óvalo 8"/>
                    <p:cNvSpPr/>
                    <p:nvPr/>
                  </p:nvSpPr>
                  <p:spPr bwMode="auto">
                    <a:xfrm>
                      <a:off x="10467" y="2794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</p:grpSp>
              <p:grpSp>
                <p:nvGrpSpPr>
                  <p:cNvPr id="66" name="Grupo 65"/>
                  <p:cNvGrpSpPr/>
                  <p:nvPr/>
                </p:nvGrpSpPr>
                <p:grpSpPr bwMode="auto">
                  <a:xfrm rot="10800000">
                    <a:off x="8426" y="7794"/>
                    <a:ext cx="2336" cy="5623"/>
                    <a:chOff x="5564" y="1119"/>
                    <a:chExt cx="2336" cy="5623"/>
                  </a:xfrm>
                </p:grpSpPr>
                <p:pic>
                  <p:nvPicPr>
                    <p:cNvPr id="6" name="Imagen 5"/>
                    <p:cNvPicPr>
                      <a:picLocks noChangeAspect="1"/>
                    </p:cNvPicPr>
                    <p:nvPr/>
                  </p:nvPicPr>
                  <p:blipFill rotWithShape="1">
                    <a:blip r:embed="rId4"/>
                    <a:srcRect l="35387" t="16187" r="33467" b="15120"/>
                    <a:stretch/>
                  </p:blipFill>
                  <p:spPr bwMode="auto">
                    <a:xfrm rot="10800000">
                      <a:off x="5564" y="1119"/>
                      <a:ext cx="2336" cy="515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57" name="Imagen 56"/>
                    <p:cNvPicPr>
                      <a:picLocks noChangeAspect="1"/>
                    </p:cNvPicPr>
                    <p:nvPr/>
                  </p:nvPicPr>
                  <p:blipFill rotWithShape="1">
                    <a:blip r:embed="rId5"/>
                    <a:stretch/>
                  </p:blipFill>
                  <p:spPr bwMode="auto">
                    <a:xfrm rot="16199998">
                      <a:off x="5743" y="4585"/>
                      <a:ext cx="2098" cy="221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58" name="Óvalo 57"/>
                    <p:cNvSpPr/>
                    <p:nvPr/>
                  </p:nvSpPr>
                  <p:spPr bwMode="auto">
                    <a:xfrm>
                      <a:off x="7342" y="6374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59" name="Óvalo 58"/>
                    <p:cNvSpPr/>
                    <p:nvPr/>
                  </p:nvSpPr>
                  <p:spPr bwMode="auto">
                    <a:xfrm>
                      <a:off x="7066" y="6374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60" name="Óvalo 59"/>
                    <p:cNvSpPr/>
                    <p:nvPr/>
                  </p:nvSpPr>
                  <p:spPr bwMode="auto">
                    <a:xfrm>
                      <a:off x="6790" y="6374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61" name="Óvalo 60"/>
                    <p:cNvSpPr/>
                    <p:nvPr/>
                  </p:nvSpPr>
                  <p:spPr bwMode="auto">
                    <a:xfrm>
                      <a:off x="6514" y="6374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</p:grpSp>
              <p:cxnSp>
                <p:nvCxnSpPr>
                  <p:cNvPr id="67" name="Conector angular 66"/>
                  <p:cNvCxnSpPr>
                    <a:stCxn id="70" idx="4"/>
                    <a:endCxn id="58" idx="4"/>
                  </p:cNvCxnSpPr>
                  <p:nvPr/>
                </p:nvCxnSpPr>
                <p:spPr bwMode="auto">
                  <a:xfrm rot="5400000" flipV="1">
                    <a:off x="4419" y="3457"/>
                    <a:ext cx="2245" cy="6608"/>
                  </a:xfrm>
                  <a:prstGeom prst="bentConnector3">
                    <a:avLst>
                      <a:gd name="adj1" fmla="val 73140"/>
                    </a:avLst>
                  </a:prstGeom>
                  <a:ln w="28575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Conector angular 67"/>
                  <p:cNvCxnSpPr>
                    <a:stCxn id="80" idx="4"/>
                    <a:endCxn id="59" idx="4"/>
                  </p:cNvCxnSpPr>
                  <p:nvPr/>
                </p:nvCxnSpPr>
                <p:spPr bwMode="auto">
                  <a:xfrm rot="5400000" flipV="1">
                    <a:off x="5641" y="4403"/>
                    <a:ext cx="2245" cy="4717"/>
                  </a:xfrm>
                  <a:prstGeom prst="bentConnector3">
                    <a:avLst>
                      <a:gd name="adj1" fmla="val 50022"/>
                    </a:avLst>
                  </a:prstGeom>
                  <a:ln w="28575">
                    <a:solidFill>
                      <a:schemeClr val="accent4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1" name="Grupo 100"/>
                  <p:cNvGrpSpPr/>
                  <p:nvPr/>
                </p:nvGrpSpPr>
                <p:grpSpPr bwMode="auto">
                  <a:xfrm>
                    <a:off x="150" y="957"/>
                    <a:ext cx="9182" cy="4744"/>
                    <a:chOff x="237" y="855"/>
                    <a:chExt cx="9182" cy="4744"/>
                  </a:xfrm>
                </p:grpSpPr>
                <p:pic>
                  <p:nvPicPr>
                    <p:cNvPr id="69" name="Imagen 68"/>
                    <p:cNvPicPr/>
                    <p:nvPr/>
                  </p:nvPicPr>
                  <p:blipFill rotWithShape="1">
                    <a:blip r:embed="rId6"/>
                    <a:srcRect l="24356" t="7898" r="12971" b="7081"/>
                    <a:stretch/>
                  </p:blipFill>
                  <p:spPr bwMode="auto">
                    <a:xfrm rot="5400000">
                      <a:off x="2456" y="-1364"/>
                      <a:ext cx="4745" cy="9182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70" name="Óvalo 69"/>
                    <p:cNvSpPr/>
                    <p:nvPr/>
                  </p:nvSpPr>
                  <p:spPr bwMode="auto">
                    <a:xfrm>
                      <a:off x="2186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71" name="Óvalo 70"/>
                    <p:cNvSpPr/>
                    <p:nvPr/>
                  </p:nvSpPr>
                  <p:spPr bwMode="auto">
                    <a:xfrm>
                      <a:off x="2186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72" name="Óvalo 71"/>
                    <p:cNvSpPr/>
                    <p:nvPr/>
                  </p:nvSpPr>
                  <p:spPr bwMode="auto">
                    <a:xfrm>
                      <a:off x="2626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73" name="Óvalo 72"/>
                    <p:cNvSpPr/>
                    <p:nvPr/>
                  </p:nvSpPr>
                  <p:spPr bwMode="auto">
                    <a:xfrm>
                      <a:off x="2626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74" name="Óvalo 73"/>
                    <p:cNvSpPr/>
                    <p:nvPr/>
                  </p:nvSpPr>
                  <p:spPr bwMode="auto">
                    <a:xfrm>
                      <a:off x="3066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75" name="Óvalo 74"/>
                    <p:cNvSpPr/>
                    <p:nvPr/>
                  </p:nvSpPr>
                  <p:spPr bwMode="auto">
                    <a:xfrm>
                      <a:off x="3066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76" name="Óvalo 75"/>
                    <p:cNvSpPr/>
                    <p:nvPr/>
                  </p:nvSpPr>
                  <p:spPr bwMode="auto">
                    <a:xfrm>
                      <a:off x="3506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77" name="Óvalo 76"/>
                    <p:cNvSpPr/>
                    <p:nvPr/>
                  </p:nvSpPr>
                  <p:spPr bwMode="auto">
                    <a:xfrm>
                      <a:off x="3506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78" name="Óvalo 77"/>
                    <p:cNvSpPr/>
                    <p:nvPr/>
                  </p:nvSpPr>
                  <p:spPr bwMode="auto">
                    <a:xfrm>
                      <a:off x="3914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79" name="Óvalo 78"/>
                    <p:cNvSpPr/>
                    <p:nvPr/>
                  </p:nvSpPr>
                  <p:spPr bwMode="auto">
                    <a:xfrm>
                      <a:off x="3914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80" name="Óvalo 79"/>
                    <p:cNvSpPr/>
                    <p:nvPr/>
                  </p:nvSpPr>
                  <p:spPr bwMode="auto">
                    <a:xfrm>
                      <a:off x="4354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81" name="Óvalo 80"/>
                    <p:cNvSpPr/>
                    <p:nvPr/>
                  </p:nvSpPr>
                  <p:spPr bwMode="auto">
                    <a:xfrm>
                      <a:off x="4354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82" name="Óvalo 81"/>
                    <p:cNvSpPr/>
                    <p:nvPr/>
                  </p:nvSpPr>
                  <p:spPr bwMode="auto">
                    <a:xfrm>
                      <a:off x="4794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83" name="Óvalo 82"/>
                    <p:cNvSpPr/>
                    <p:nvPr/>
                  </p:nvSpPr>
                  <p:spPr bwMode="auto">
                    <a:xfrm>
                      <a:off x="4794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84" name="Óvalo 83"/>
                    <p:cNvSpPr/>
                    <p:nvPr/>
                  </p:nvSpPr>
                  <p:spPr bwMode="auto">
                    <a:xfrm>
                      <a:off x="5234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85" name="Óvalo 84"/>
                    <p:cNvSpPr/>
                    <p:nvPr/>
                  </p:nvSpPr>
                  <p:spPr bwMode="auto">
                    <a:xfrm>
                      <a:off x="5234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86" name="Óvalo 85"/>
                    <p:cNvSpPr/>
                    <p:nvPr/>
                  </p:nvSpPr>
                  <p:spPr bwMode="auto">
                    <a:xfrm>
                      <a:off x="5642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87" name="Óvalo 86"/>
                    <p:cNvSpPr/>
                    <p:nvPr/>
                  </p:nvSpPr>
                  <p:spPr bwMode="auto">
                    <a:xfrm>
                      <a:off x="5642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88" name="Óvalo 87"/>
                    <p:cNvSpPr/>
                    <p:nvPr/>
                  </p:nvSpPr>
                  <p:spPr bwMode="auto">
                    <a:xfrm>
                      <a:off x="6082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89" name="Óvalo 88"/>
                    <p:cNvSpPr/>
                    <p:nvPr/>
                  </p:nvSpPr>
                  <p:spPr bwMode="auto">
                    <a:xfrm>
                      <a:off x="6082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90" name="Óvalo 89"/>
                    <p:cNvSpPr/>
                    <p:nvPr/>
                  </p:nvSpPr>
                  <p:spPr bwMode="auto">
                    <a:xfrm>
                      <a:off x="6522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91" name="Óvalo 90"/>
                    <p:cNvSpPr/>
                    <p:nvPr/>
                  </p:nvSpPr>
                  <p:spPr bwMode="auto">
                    <a:xfrm>
                      <a:off x="6522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92" name="Óvalo 91"/>
                    <p:cNvSpPr/>
                    <p:nvPr/>
                  </p:nvSpPr>
                  <p:spPr bwMode="auto">
                    <a:xfrm>
                      <a:off x="6953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93" name="Óvalo 92"/>
                    <p:cNvSpPr/>
                    <p:nvPr/>
                  </p:nvSpPr>
                  <p:spPr bwMode="auto">
                    <a:xfrm>
                      <a:off x="6953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94" name="Óvalo 93"/>
                    <p:cNvSpPr/>
                    <p:nvPr/>
                  </p:nvSpPr>
                  <p:spPr bwMode="auto">
                    <a:xfrm>
                      <a:off x="7370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95" name="Óvalo 94"/>
                    <p:cNvSpPr/>
                    <p:nvPr/>
                  </p:nvSpPr>
                  <p:spPr bwMode="auto">
                    <a:xfrm>
                      <a:off x="7370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96" name="Óvalo 95"/>
                    <p:cNvSpPr/>
                    <p:nvPr/>
                  </p:nvSpPr>
                  <p:spPr bwMode="auto">
                    <a:xfrm>
                      <a:off x="7792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97" name="Óvalo 96"/>
                    <p:cNvSpPr/>
                    <p:nvPr/>
                  </p:nvSpPr>
                  <p:spPr bwMode="auto">
                    <a:xfrm>
                      <a:off x="7792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98" name="Óvalo 97"/>
                    <p:cNvSpPr/>
                    <p:nvPr/>
                  </p:nvSpPr>
                  <p:spPr bwMode="auto">
                    <a:xfrm>
                      <a:off x="8232" y="5261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  <p:sp>
                  <p:nvSpPr>
                    <p:cNvPr id="99" name="Óvalo 98"/>
                    <p:cNvSpPr/>
                    <p:nvPr/>
                  </p:nvSpPr>
                  <p:spPr bwMode="auto">
                    <a:xfrm>
                      <a:off x="8232" y="957"/>
                      <a:ext cx="276" cy="27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p>
                      <a:pPr algn="ctr">
                        <a:defRPr/>
                      </a:pPr>
                      <a:endParaRPr lang="es-MX" u="sng"/>
                    </a:p>
                  </p:txBody>
                </p:sp>
              </p:grpSp>
              <p:cxnSp>
                <p:nvCxnSpPr>
                  <p:cNvPr id="102" name="Conector angular 101"/>
                  <p:cNvCxnSpPr>
                    <a:stCxn id="82" idx="4"/>
                    <a:endCxn id="60" idx="4"/>
                  </p:cNvCxnSpPr>
                  <p:nvPr/>
                </p:nvCxnSpPr>
                <p:spPr bwMode="auto">
                  <a:xfrm rot="5400000" flipV="1">
                    <a:off x="5999" y="4485"/>
                    <a:ext cx="2245" cy="4553"/>
                  </a:xfrm>
                  <a:prstGeom prst="bentConnector3">
                    <a:avLst>
                      <a:gd name="adj1" fmla="val 38084"/>
                    </a:avLst>
                  </a:prstGeom>
                  <a:ln w="28575">
                    <a:solidFill>
                      <a:srgbClr val="FFFF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Conector angular 102"/>
                  <p:cNvCxnSpPr>
                    <a:stCxn id="72" idx="4"/>
                    <a:endCxn id="61" idx="4"/>
                  </p:cNvCxnSpPr>
                  <p:nvPr/>
                </p:nvCxnSpPr>
                <p:spPr bwMode="auto">
                  <a:xfrm rot="5400000" flipV="1">
                    <a:off x="5053" y="3263"/>
                    <a:ext cx="2245" cy="6997"/>
                  </a:xfrm>
                  <a:prstGeom prst="bentConnector3">
                    <a:avLst>
                      <a:gd name="adj1" fmla="val 59866"/>
                    </a:avLst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Conector angular 103"/>
                  <p:cNvCxnSpPr>
                    <a:stCxn id="73" idx="0"/>
                    <a:endCxn id="2" idx="2"/>
                  </p:cNvCxnSpPr>
                  <p:nvPr/>
                </p:nvCxnSpPr>
                <p:spPr bwMode="auto">
                  <a:xfrm rot="16199998" flipH="1">
                    <a:off x="6521" y="-2785"/>
                    <a:ext cx="773" cy="8463"/>
                  </a:xfrm>
                  <a:prstGeom prst="bentConnector4">
                    <a:avLst>
                      <a:gd name="adj1" fmla="val -97739"/>
                      <a:gd name="adj2" fmla="val 83274"/>
                    </a:avLst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Conector angular 105"/>
                  <p:cNvCxnSpPr>
                    <a:stCxn id="96" idx="4"/>
                    <a:endCxn id="9" idx="2"/>
                  </p:cNvCxnSpPr>
                  <p:nvPr/>
                </p:nvCxnSpPr>
                <p:spPr bwMode="auto">
                  <a:xfrm rot="5400000" flipH="1" flipV="1">
                    <a:off x="8025" y="2524"/>
                    <a:ext cx="2933" cy="3297"/>
                  </a:xfrm>
                  <a:prstGeom prst="bentConnector4">
                    <a:avLst>
                      <a:gd name="adj1" fmla="val -21445"/>
                      <a:gd name="adj2" fmla="val 59811"/>
                    </a:avLst>
                  </a:prstGeom>
                  <a:ln w="28575">
                    <a:solidFill>
                      <a:srgbClr val="92D05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7" name="Conector angular 106"/>
                  <p:cNvCxnSpPr>
                    <a:stCxn id="90" idx="3"/>
                  </p:cNvCxnSpPr>
                  <p:nvPr/>
                </p:nvCxnSpPr>
                <p:spPr bwMode="auto">
                  <a:xfrm rot="5400000" flipH="1" flipV="1">
                    <a:off x="7215" y="1674"/>
                    <a:ext cx="3184" cy="4665"/>
                  </a:xfrm>
                  <a:prstGeom prst="bentConnector4">
                    <a:avLst>
                      <a:gd name="adj1" fmla="val -13050"/>
                      <a:gd name="adj2" fmla="val 64640"/>
                    </a:avLst>
                  </a:prstGeom>
                  <a:ln w="28575">
                    <a:solidFill>
                      <a:srgbClr val="0000F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64147346" name="Grupo 13"/>
              <p:cNvGrpSpPr/>
              <p:nvPr/>
            </p:nvGrpSpPr>
            <p:grpSpPr bwMode="auto">
              <a:xfrm rot="10800000">
                <a:off x="8942704" y="2872739"/>
                <a:ext cx="3154045" cy="1798320"/>
                <a:chOff x="13896" y="5984"/>
                <a:chExt cx="4967" cy="2832"/>
              </a:xfrm>
            </p:grpSpPr>
            <p:pic>
              <p:nvPicPr>
                <p:cNvPr id="8" name="Imagen 7"/>
                <p:cNvPicPr/>
                <p:nvPr/>
              </p:nvPicPr>
              <p:blipFill rotWithShape="1">
                <a:blip r:embed="rId7"/>
                <a:srcRect l="17593" t="42333" r="37667" b="31444"/>
                <a:stretch/>
              </p:blipFill>
              <p:spPr bwMode="auto">
                <a:xfrm>
                  <a:off x="13896" y="5984"/>
                  <a:ext cx="4832" cy="2832"/>
                </a:xfrm>
                <a:prstGeom prst="rect">
                  <a:avLst/>
                </a:prstGeom>
              </p:spPr>
            </p:pic>
            <p:sp>
              <p:nvSpPr>
                <p:cNvPr id="12" name="Óvalo 11"/>
                <p:cNvSpPr/>
                <p:nvPr/>
              </p:nvSpPr>
              <p:spPr bwMode="auto">
                <a:xfrm>
                  <a:off x="18587" y="7794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>
                    <a:defRPr/>
                  </a:pPr>
                  <a:endParaRPr lang="es-MX" u="sng"/>
                </a:p>
              </p:txBody>
            </p:sp>
            <p:sp>
              <p:nvSpPr>
                <p:cNvPr id="13" name="Óvalo 12"/>
                <p:cNvSpPr/>
                <p:nvPr/>
              </p:nvSpPr>
              <p:spPr bwMode="auto">
                <a:xfrm>
                  <a:off x="18587" y="7261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>
                    <a:defRPr/>
                  </a:pPr>
                  <a:endParaRPr lang="es-MX" u="sng"/>
                </a:p>
              </p:txBody>
            </p:sp>
          </p:grpSp>
          <p:grpSp>
            <p:nvGrpSpPr>
              <p:cNvPr id="32913961" name="Grupo 28"/>
              <p:cNvGrpSpPr/>
              <p:nvPr/>
            </p:nvGrpSpPr>
            <p:grpSpPr bwMode="auto">
              <a:xfrm rot="0">
                <a:off x="6488429" y="6491604"/>
                <a:ext cx="1750060" cy="730250"/>
                <a:chOff x="8675" y="6641"/>
                <a:chExt cx="2756" cy="1150"/>
              </a:xfrm>
            </p:grpSpPr>
            <p:grpSp>
              <p:nvGrpSpPr>
                <p:cNvPr id="22" name="Grupo 21"/>
                <p:cNvGrpSpPr/>
                <p:nvPr/>
              </p:nvGrpSpPr>
              <p:grpSpPr bwMode="auto">
                <a:xfrm>
                  <a:off x="8675" y="6641"/>
                  <a:ext cx="2757" cy="1150"/>
                  <a:chOff x="8675" y="6641"/>
                  <a:chExt cx="2757" cy="1150"/>
                </a:xfrm>
              </p:grpSpPr>
              <p:pic>
                <p:nvPicPr>
                  <p:cNvPr id="15" name="Imagen 14"/>
                  <p:cNvPicPr/>
                  <p:nvPr/>
                </p:nvPicPr>
                <p:blipFill rotWithShape="1">
                  <a:blip r:embed="rId8"/>
                  <a:srcRect l="43984" t="32542" r="40877" b="14275"/>
                  <a:stretch/>
                </p:blipFill>
                <p:spPr bwMode="auto">
                  <a:xfrm rot="5400000">
                    <a:off x="9478" y="5837"/>
                    <a:ext cx="1150" cy="2757"/>
                  </a:xfrm>
                  <a:prstGeom prst="rect">
                    <a:avLst/>
                  </a:prstGeom>
                </p:spPr>
              </p:pic>
              <p:sp>
                <p:nvSpPr>
                  <p:cNvPr id="16" name="Óvalo 15"/>
                  <p:cNvSpPr/>
                  <p:nvPr/>
                </p:nvSpPr>
                <p:spPr bwMode="auto">
                  <a:xfrm rot="10800000">
                    <a:off x="11156" y="6709"/>
                    <a:ext cx="276" cy="277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>
                      <a:defRPr/>
                    </a:pPr>
                    <a:endParaRPr lang="es-MX" u="sng"/>
                  </a:p>
                </p:txBody>
              </p:sp>
              <p:sp>
                <p:nvSpPr>
                  <p:cNvPr id="17" name="Óvalo 16"/>
                  <p:cNvSpPr/>
                  <p:nvPr/>
                </p:nvSpPr>
                <p:spPr bwMode="auto">
                  <a:xfrm rot="10800000">
                    <a:off x="11156" y="7037"/>
                    <a:ext cx="276" cy="277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>
                      <a:defRPr/>
                    </a:pPr>
                    <a:endParaRPr lang="es-MX" u="sng"/>
                  </a:p>
                </p:txBody>
              </p:sp>
              <p:sp>
                <p:nvSpPr>
                  <p:cNvPr id="18" name="Óvalo 17"/>
                  <p:cNvSpPr/>
                  <p:nvPr/>
                </p:nvSpPr>
                <p:spPr bwMode="auto">
                  <a:xfrm rot="10800000">
                    <a:off x="11156" y="7391"/>
                    <a:ext cx="276" cy="277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>
                      <a:defRPr/>
                    </a:pPr>
                    <a:endParaRPr lang="es-MX" u="sng"/>
                  </a:p>
                </p:txBody>
              </p:sp>
              <p:sp>
                <p:nvSpPr>
                  <p:cNvPr id="19" name="Óvalo 18"/>
                  <p:cNvSpPr/>
                  <p:nvPr/>
                </p:nvSpPr>
                <p:spPr bwMode="auto">
                  <a:xfrm rot="10800000">
                    <a:off x="8699" y="6709"/>
                    <a:ext cx="276" cy="277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>
                      <a:defRPr/>
                    </a:pPr>
                    <a:endParaRPr lang="es-MX" u="sng"/>
                  </a:p>
                </p:txBody>
              </p:sp>
              <p:sp>
                <p:nvSpPr>
                  <p:cNvPr id="20" name="Óvalo 19"/>
                  <p:cNvSpPr/>
                  <p:nvPr/>
                </p:nvSpPr>
                <p:spPr bwMode="auto">
                  <a:xfrm rot="10800000">
                    <a:off x="8699" y="7037"/>
                    <a:ext cx="276" cy="277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>
                      <a:defRPr/>
                    </a:pPr>
                    <a:endParaRPr lang="es-MX" u="sng"/>
                  </a:p>
                </p:txBody>
              </p:sp>
              <p:sp>
                <p:nvSpPr>
                  <p:cNvPr id="21" name="Óvalo 20"/>
                  <p:cNvSpPr/>
                  <p:nvPr/>
                </p:nvSpPr>
                <p:spPr bwMode="auto">
                  <a:xfrm rot="10800000">
                    <a:off x="8699" y="7391"/>
                    <a:ext cx="276" cy="277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>
                      <a:defRPr/>
                    </a:pPr>
                    <a:endParaRPr lang="es-MX" u="sng"/>
                  </a:p>
                </p:txBody>
              </p:sp>
            </p:grpSp>
            <p:sp>
              <p:nvSpPr>
                <p:cNvPr id="23" name="Cuadro de texto 22"/>
                <p:cNvSpPr txBox="1"/>
                <p:nvPr/>
              </p:nvSpPr>
              <p:spPr bwMode="auto">
                <a:xfrm>
                  <a:off x="10635" y="7328"/>
                  <a:ext cx="521" cy="34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noAutofit/>
                </a:bodyPr>
                <a:p>
                  <a:pPr algn="ctr">
                    <a:defRPr/>
                  </a:pPr>
                  <a:r>
                    <a:rPr lang="es-MX" sz="800" b="1"/>
                    <a:t>NO</a:t>
                  </a:r>
                  <a:endParaRPr lang="es-MX" sz="800" b="1"/>
                </a:p>
              </p:txBody>
            </p:sp>
            <p:sp>
              <p:nvSpPr>
                <p:cNvPr id="24" name="Cuadro de texto 23"/>
                <p:cNvSpPr txBox="1"/>
                <p:nvPr/>
              </p:nvSpPr>
              <p:spPr bwMode="auto">
                <a:xfrm>
                  <a:off x="10491" y="7037"/>
                  <a:ext cx="665" cy="34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noAutofit/>
                </a:bodyPr>
                <a:p>
                  <a:pPr algn="ctr">
                    <a:defRPr/>
                  </a:pPr>
                  <a:r>
                    <a:rPr lang="es-MX" sz="800" b="1"/>
                    <a:t>COM</a:t>
                  </a:r>
                  <a:endParaRPr lang="es-MX" sz="800" b="1"/>
                </a:p>
              </p:txBody>
            </p:sp>
            <p:sp>
              <p:nvSpPr>
                <p:cNvPr id="25" name="Cuadro de texto 24"/>
                <p:cNvSpPr txBox="1"/>
                <p:nvPr/>
              </p:nvSpPr>
              <p:spPr bwMode="auto">
                <a:xfrm>
                  <a:off x="10635" y="6696"/>
                  <a:ext cx="521" cy="34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noAutofit/>
                </a:bodyPr>
                <a:p>
                  <a:pPr algn="ctr">
                    <a:defRPr/>
                  </a:pPr>
                  <a:r>
                    <a:rPr lang="es-MX" sz="800" b="1"/>
                    <a:t>NC</a:t>
                  </a:r>
                  <a:endParaRPr lang="es-MX" sz="800" b="1"/>
                </a:p>
              </p:txBody>
            </p:sp>
            <p:sp>
              <p:nvSpPr>
                <p:cNvPr id="26" name="Cuadro de texto 25"/>
                <p:cNvSpPr txBox="1"/>
                <p:nvPr/>
              </p:nvSpPr>
              <p:spPr bwMode="auto">
                <a:xfrm>
                  <a:off x="9051" y="6696"/>
                  <a:ext cx="266" cy="262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noAutofit/>
                </a:bodyPr>
                <a:p>
                  <a:pPr algn="ctr">
                    <a:lnSpc>
                      <a:spcPct val="80000"/>
                    </a:lnSpc>
                    <a:defRPr/>
                  </a:pPr>
                  <a:r>
                    <a:rPr lang="es-MX" sz="800" b="1"/>
                    <a:t>S</a:t>
                  </a:r>
                  <a:endParaRPr lang="es-MX" sz="800" b="1"/>
                </a:p>
              </p:txBody>
            </p:sp>
            <p:sp>
              <p:nvSpPr>
                <p:cNvPr id="27" name="Cuadro de texto 26"/>
                <p:cNvSpPr txBox="1"/>
                <p:nvPr/>
              </p:nvSpPr>
              <p:spPr bwMode="auto">
                <a:xfrm>
                  <a:off x="9051" y="7061"/>
                  <a:ext cx="266" cy="262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noAutofit/>
                </a:bodyPr>
                <a:p>
                  <a:pPr algn="ctr">
                    <a:lnSpc>
                      <a:spcPct val="80000"/>
                    </a:lnSpc>
                    <a:defRPr/>
                  </a:pPr>
                  <a:r>
                    <a:rPr lang="es-MX" sz="800" b="1"/>
                    <a:t>+</a:t>
                  </a:r>
                  <a:endParaRPr lang="es-MX" sz="800" b="1"/>
                </a:p>
              </p:txBody>
            </p:sp>
            <p:sp>
              <p:nvSpPr>
                <p:cNvPr id="28" name="Cuadro de texto 27"/>
                <p:cNvSpPr txBox="1"/>
                <p:nvPr/>
              </p:nvSpPr>
              <p:spPr bwMode="auto">
                <a:xfrm>
                  <a:off x="9051" y="7406"/>
                  <a:ext cx="266" cy="262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noAutofit/>
                </a:bodyPr>
                <a:p>
                  <a:pPr algn="ctr">
                    <a:lnSpc>
                      <a:spcPct val="80000"/>
                    </a:lnSpc>
                    <a:defRPr/>
                  </a:pPr>
                  <a:r>
                    <a:rPr lang="es-MX" sz="800" b="1"/>
                    <a:t>-</a:t>
                  </a:r>
                  <a:endParaRPr lang="es-MX" sz="800" b="1"/>
                </a:p>
              </p:txBody>
            </p:sp>
          </p:grpSp>
          <p:cxnSp>
            <p:nvCxnSpPr>
              <p:cNvPr id="1656503180" name="Conector angular 35"/>
              <p:cNvCxnSpPr>
                <a:stCxn id="13" idx="6"/>
                <a:endCxn id="33" idx="4"/>
              </p:cNvCxnSpPr>
              <p:nvPr/>
            </p:nvCxnSpPr>
            <p:spPr bwMode="auto">
              <a:xfrm rot="10799989" flipH="0" flipV="1">
                <a:off x="1875472" y="3772217"/>
                <a:ext cx="7067231" cy="2493962"/>
              </a:xfrm>
              <a:prstGeom prst="bentConnector3">
                <a:avLst>
                  <a:gd name="adj1" fmla="val 50000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977193564" name="Conector angular 36"/>
              <p:cNvCxnSpPr>
                <a:stCxn id="17" idx="2"/>
                <a:endCxn id="32" idx="4"/>
              </p:cNvCxnSpPr>
              <p:nvPr/>
            </p:nvCxnSpPr>
            <p:spPr bwMode="auto">
              <a:xfrm rot="0" flipH="1" flipV="1">
                <a:off x="1875472" y="5882005"/>
                <a:ext cx="6363651" cy="949007"/>
              </a:xfrm>
              <a:prstGeom prst="bentConnector3">
                <a:avLst>
                  <a:gd name="adj1" fmla="val -3592"/>
                </a:avLst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37342482" name="Conector angular 37"/>
              <p:cNvCxnSpPr>
                <a:stCxn id="18" idx="2"/>
                <a:endCxn id="12" idx="6"/>
              </p:cNvCxnSpPr>
              <p:nvPr/>
            </p:nvCxnSpPr>
            <p:spPr bwMode="auto">
              <a:xfrm flipV="1">
                <a:off x="8239124" y="3433444"/>
                <a:ext cx="703580" cy="3622040"/>
              </a:xfrm>
              <a:prstGeom prst="bentConnector3">
                <a:avLst>
                  <a:gd name="adj1" fmla="val 50000"/>
                </a:avLst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34515072" name="Conector angular 38"/>
              <p:cNvCxnSpPr/>
              <p:nvPr/>
            </p:nvCxnSpPr>
            <p:spPr bwMode="auto">
              <a:xfrm rot="10800000">
                <a:off x="1017270" y="408939"/>
                <a:ext cx="5486400" cy="6422389"/>
              </a:xfrm>
              <a:prstGeom prst="bentConnector4">
                <a:avLst>
                  <a:gd name="adj1" fmla="val 137349"/>
                  <a:gd name="adj2" fmla="val 105981"/>
                </a:avLst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348223700" name="Conector angular 39"/>
              <p:cNvCxnSpPr>
                <a:stCxn id="21" idx="6"/>
                <a:endCxn id="73" idx="1"/>
              </p:cNvCxnSpPr>
              <p:nvPr/>
            </p:nvCxnSpPr>
            <p:spPr bwMode="auto">
              <a:xfrm rot="10800000">
                <a:off x="1131570" y="408939"/>
                <a:ext cx="5372100" cy="6647180"/>
              </a:xfrm>
              <a:prstGeom prst="bentConnector4">
                <a:avLst>
                  <a:gd name="adj1" fmla="val 148475"/>
                  <a:gd name="adj2" fmla="val 108712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grpSp>
            <p:nvGrpSpPr>
              <p:cNvPr id="2094047646" name="Grupo 34"/>
              <p:cNvGrpSpPr/>
              <p:nvPr/>
            </p:nvGrpSpPr>
            <p:grpSpPr bwMode="auto">
              <a:xfrm rot="5400000">
                <a:off x="361632" y="5126990"/>
                <a:ext cx="1177290" cy="1850390"/>
                <a:chOff x="10635" y="8107"/>
                <a:chExt cx="1854" cy="2914"/>
              </a:xfrm>
            </p:grpSpPr>
            <p:pic>
              <p:nvPicPr>
                <p:cNvPr id="31" name="Imagen 30"/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5778" t="28976" r="51413" b="26881"/>
                <a:stretch/>
              </p:blipFill>
              <p:spPr bwMode="auto">
                <a:xfrm rot="5400000">
                  <a:off x="10186" y="8718"/>
                  <a:ext cx="2751" cy="1854"/>
                </a:xfrm>
                <a:prstGeom prst="rect">
                  <a:avLst/>
                </a:prstGeom>
              </p:spPr>
            </p:pic>
            <p:sp>
              <p:nvSpPr>
                <p:cNvPr id="32" name="Óvalo 31"/>
                <p:cNvSpPr/>
                <p:nvPr/>
              </p:nvSpPr>
              <p:spPr bwMode="auto">
                <a:xfrm rot="10800000">
                  <a:off x="11156" y="810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>
                    <a:defRPr/>
                  </a:pPr>
                  <a:endParaRPr lang="es-MX" u="sng"/>
                </a:p>
              </p:txBody>
            </p:sp>
            <p:sp>
              <p:nvSpPr>
                <p:cNvPr id="33" name="Óvalo 32"/>
                <p:cNvSpPr/>
                <p:nvPr/>
              </p:nvSpPr>
              <p:spPr bwMode="auto">
                <a:xfrm rot="10800000">
                  <a:off x="11761" y="8107"/>
                  <a:ext cx="276" cy="27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>
                    <a:defRPr/>
                  </a:pPr>
                  <a:endParaRPr lang="es-MX" u="sng"/>
                </a:p>
              </p:txBody>
            </p:sp>
            <p:sp>
              <p:nvSpPr>
                <p:cNvPr id="34" name="Óvalo 33"/>
                <p:cNvSpPr/>
                <p:nvPr/>
              </p:nvSpPr>
              <p:spPr bwMode="auto">
                <a:xfrm rot="16199998">
                  <a:off x="11157" y="8632"/>
                  <a:ext cx="934" cy="93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p>
                  <a:pPr algn="ctr">
                    <a:defRPr/>
                  </a:pPr>
                  <a:r>
                    <a:rPr lang="es-MX" sz="1600" b="1">
                      <a:solidFill>
                        <a:srgbClr val="FF0000"/>
                      </a:solidFill>
                    </a:rPr>
                    <a:t>12V</a:t>
                  </a:r>
                  <a:endParaRPr lang="es-MX" sz="1600" b="1">
                    <a:solidFill>
                      <a:srgbClr val="FF0000"/>
                    </a:solidFill>
                  </a:endParaRPr>
                </a:p>
              </p:txBody>
            </p:sp>
          </p:grpSp>
          <p:cxnSp>
            <p:nvCxnSpPr>
              <p:cNvPr id="1269201989" name="Conector angular 40"/>
              <p:cNvCxnSpPr>
                <a:stCxn id="19" idx="6"/>
                <a:endCxn id="85" idx="0"/>
              </p:cNvCxnSpPr>
              <p:nvPr/>
            </p:nvCxnSpPr>
            <p:spPr bwMode="auto">
              <a:xfrm rot="10800000">
                <a:off x="2391408" y="389889"/>
                <a:ext cx="4112260" cy="6233160"/>
              </a:xfrm>
              <a:prstGeom prst="bentConnector4">
                <a:avLst>
                  <a:gd name="adj1" fmla="val 176374"/>
                  <a:gd name="adj2" fmla="val 112337"/>
                </a:avLst>
              </a:prstGeom>
              <a:ln w="28575">
                <a:solidFill>
                  <a:srgbClr val="FE00DE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grpSp>
          <p:nvGrpSpPr>
            <p:cNvPr id="84657872" name=""/>
            <p:cNvGrpSpPr/>
            <p:nvPr/>
          </p:nvGrpSpPr>
          <p:grpSpPr bwMode="auto">
            <a:xfrm rot="10799990">
              <a:off x="9495702" y="4682122"/>
              <a:ext cx="739116" cy="1160657"/>
              <a:chOff x="0" y="0"/>
              <a:chExt cx="739116" cy="1160657"/>
            </a:xfrm>
          </p:grpSpPr>
          <p:pic>
            <p:nvPicPr>
              <p:cNvPr id="779337886" name=""/>
              <p:cNvPicPr>
                <a:picLocks noChangeAspect="1"/>
              </p:cNvPicPr>
              <p:nvPr/>
            </p:nvPicPr>
            <p:blipFill rotWithShape="1">
              <a:blip r:embed="rId10"/>
              <a:srcRect l="20991" t="21094" r="23841" b="26007"/>
              <a:stretch/>
            </p:blipFill>
            <p:spPr bwMode="auto">
              <a:xfrm rot="18785429" flipH="0" flipV="0">
                <a:off x="-15856" y="257175"/>
                <a:ext cx="770830" cy="739116"/>
              </a:xfrm>
              <a:prstGeom prst="rect">
                <a:avLst/>
              </a:prstGeom>
            </p:spPr>
          </p:pic>
          <p:sp>
            <p:nvSpPr>
              <p:cNvPr id="818295100" name="Óvalo 11"/>
              <p:cNvSpPr/>
              <p:nvPr/>
            </p:nvSpPr>
            <p:spPr bwMode="auto">
              <a:xfrm flipH="0" flipV="0">
                <a:off x="283664" y="0"/>
                <a:ext cx="184948" cy="18561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defRPr/>
                </a:pPr>
                <a:endParaRPr lang="es-MX" u="sng"/>
              </a:p>
            </p:txBody>
          </p:sp>
          <p:sp>
            <p:nvSpPr>
              <p:cNvPr id="2030876603" name="Óvalo 11"/>
              <p:cNvSpPr/>
              <p:nvPr/>
            </p:nvSpPr>
            <p:spPr bwMode="auto">
              <a:xfrm flipH="0" flipV="0">
                <a:off x="283664" y="975039"/>
                <a:ext cx="184948" cy="18561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defRPr/>
                </a:pPr>
                <a:endParaRPr lang="es-MX" u="sng"/>
              </a:p>
            </p:txBody>
          </p:sp>
        </p:grpSp>
        <p:cxnSp>
          <p:nvCxnSpPr>
            <p:cNvPr id="1056860577" name="Conector angular 36"/>
            <p:cNvCxnSpPr>
              <a:endCxn id="818295100" idx="0"/>
            </p:cNvCxnSpPr>
            <p:nvPr/>
          </p:nvCxnSpPr>
          <p:spPr bwMode="auto">
            <a:xfrm rot="10799990" flipH="0" flipV="0">
              <a:off x="9858681" y="5842780"/>
              <a:ext cx="728068" cy="253219"/>
            </a:xfrm>
            <a:prstGeom prst="bentConnector2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97540073" name="Imagen 3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6858000" cy="6858000"/>
          </a:xfrm>
          <a:prstGeom prst="rect">
            <a:avLst/>
          </a:prstGeom>
        </p:spPr>
      </p:pic>
      <p:pic>
        <p:nvPicPr>
          <p:cNvPr id="711489214" name="Imagen 5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16199998">
            <a:off x="6195695" y="-101600"/>
            <a:ext cx="649605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Arial"/>
        <a:cs typeface="Arial"/>
      </a:majorFont>
      <a:minorFont>
        <a:latin typeface="微软雅黑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ONLYOFFICE/9.1.0.167</Application>
  <PresentationFormat>On-screen Show (4:3)</PresentationFormat>
  <Paragraphs>0</Paragraphs>
  <Slides>2</Slides>
  <Notes>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Theme 1</vt:lpstr>
      <vt:lpstr>Slide 1</vt:lpstr>
      <vt:lpstr>Slide 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Nopel</dc:creator>
  <cp:lastModifiedBy/>
  <cp:revision>11</cp:revision>
  <dcterms:created xsi:type="dcterms:W3CDTF">2025-07-23T00:59:00Z</dcterms:created>
  <dcterms:modified xsi:type="dcterms:W3CDTF">2026-07-21T07:24:28Z</dcterms:modified>
</cp:coreProperties>
</file>