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webp" ContentType="application/unknown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7" d="100"/>
          <a:sy n="117" d="100"/>
        </p:scale>
        <p:origin x="510" y="102"/>
      </p:cViewPr>
      <p:guideLst>
        <p:guide pos="2108" orient="horz"/>
        <p:guide pos="3814"/>
      </p:guideLst>
    </p:cSldViewPr>
  </p:slideViewPr>
  <p:gridSpacing cx="72000" cy="720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4270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3125866" name="Slide Number Placeholder 2"/>
          <p:cNvSpPr>
            <a:spLocks noGrp="1"/>
          </p:cNvSpPr>
          <p:nvPr>
            <p:ph type="dt" idx="1"/>
          </p:nvPr>
        </p:nvSpPr>
        <p:spPr bwMode="auto">
          <a:xfrm>
            <a:off x="4024312" y="0"/>
            <a:ext cx="3078161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6C8D182-E4C8-4120-9249-FC9774456FFA}" type="datetimeFigureOut">
              <a:rPr lang="en-US"/>
              <a:t/>
            </a:fld>
            <a:endParaRPr lang="en-US"/>
          </a:p>
        </p:txBody>
      </p:sp>
      <p:sp>
        <p:nvSpPr>
          <p:cNvPr id="1387284277" name="Slide Image Placeho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82600" y="1279525"/>
            <a:ext cx="6140450" cy="345439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78858238" name="Note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00279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306090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4312" y="9721850"/>
            <a:ext cx="3078161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5D0DACE-38E0-42D2-9336-2B707D34BC6D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F7001-3BF7-CFEE-3AC8-518592B118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84E92D-1AF2-29CD-2D5D-53664AA6EF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32624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latin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8665222" name="Date Placeholder 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4071448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19370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  <p:sp>
        <p:nvSpPr>
          <p:cNvPr id="19751324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921594" name="Title 1"/>
          <p:cNvSpPr>
            <a:spLocks noGrp="1"/>
          </p:cNvSpPr>
          <p:nvPr>
            <p:ph type="title"/>
          </p:nvPr>
        </p:nvSpPr>
        <p:spPr bwMode="auto"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latin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6963756" name="Content Placeholder 2"/>
          <p:cNvSpPr>
            <a:spLocks noGrp="1"/>
          </p:cNvSpPr>
          <p:nvPr>
            <p:ph idx="1"/>
          </p:nvPr>
        </p:nvSpPr>
        <p:spPr bwMode="auto"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 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22727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20250376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664423" name="Slide Number Placeholder 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622837" name="Title 1"/>
          <p:cNvSpPr>
            <a:spLocks noGrp="1"/>
          </p:cNvSpPr>
          <p:nvPr>
            <p:ph type="title"/>
          </p:nvPr>
        </p:nvSpPr>
        <p:spPr bwMode="auto"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54394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17017568" name="Slide Number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8657850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56965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841500" name="Title 1"/>
          <p:cNvSpPr>
            <a:spLocks noGrp="1"/>
          </p:cNvSpPr>
          <p:nvPr>
            <p:ph type="title"/>
          </p:nvPr>
        </p:nvSpPr>
        <p:spPr bwMode="auto"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37861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07517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lang="en-US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45374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14833434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6192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43197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77033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/>
                <a:cs typeface="Calibri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6669407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615609"/>
            <a:ext cx="5157787" cy="357405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3464799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/>
                <a:cs typeface="Calibri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8762751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72200" y="2615609"/>
            <a:ext cx="5183188" cy="357405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052240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52920236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792998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659440" name="Title 1"/>
          <p:cNvSpPr>
            <a:spLocks noGrp="1"/>
          </p:cNvSpPr>
          <p:nvPr>
            <p:ph type="title"/>
          </p:nvPr>
        </p:nvSpPr>
        <p:spPr bwMode="auto"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latin typeface="Calibri Light"/>
                <a:cs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33074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106935049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19721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76757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152339114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347026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860628" name="Title 1"/>
          <p:cNvSpPr>
            <a:spLocks noGrp="1"/>
          </p:cNvSpPr>
          <p:nvPr>
            <p:ph type="title"/>
          </p:nvPr>
        </p:nvSpPr>
        <p:spPr bwMode="auto"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latin typeface="Calibri Light"/>
                <a:cs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060505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17269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7644033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FD9D74-47D9-4702-A33C-335B63B48DBF}" type="datetimeFigureOut">
              <a:rPr lang="en-US"/>
              <a:t/>
            </a:fld>
            <a:endParaRPr lang="en-US"/>
          </a:p>
        </p:txBody>
      </p:sp>
      <p:sp>
        <p:nvSpPr>
          <p:cNvPr id="10497095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45047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C47A4-756D-490B-A52F-7D9E2C9FC05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61524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59852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8879958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21946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811769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06149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3277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193520489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386414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  <p:sp>
        <p:nvSpPr>
          <p:cNvPr id="246108184" name="Content Placeholder 6"/>
          <p:cNvSpPr>
            <a:spLocks noGrp="1"/>
          </p:cNvSpPr>
          <p:nvPr>
            <p:ph sz="quarter" idx="13"/>
          </p:nvPr>
        </p:nvSpPr>
        <p:spPr bwMode="auto">
          <a:xfrm>
            <a:off x="838200" y="551543"/>
            <a:ext cx="10515600" cy="555897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ítulo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01784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60702490" name="Marcador de texto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Editar el estilo de texto del patrón</a:t>
            </a:r>
            <a:endParaRPr lang="es-ES"/>
          </a:p>
          <a:p>
            <a:pPr lvl="1">
              <a:defRPr/>
            </a:pPr>
            <a:r>
              <a:rPr lang="es-ES"/>
              <a:t>Segundo nivel</a:t>
            </a:r>
            <a:endParaRPr lang="es-ES"/>
          </a:p>
          <a:p>
            <a:pPr lvl="2">
              <a:defRPr/>
            </a:pPr>
            <a:r>
              <a:rPr lang="es-ES"/>
              <a:t>Tercer nivel</a:t>
            </a:r>
            <a:endParaRPr lang="es-ES"/>
          </a:p>
          <a:p>
            <a:pPr lvl="3">
              <a:defRPr/>
            </a:pPr>
            <a:r>
              <a:rPr lang="es-ES"/>
              <a:t>Cuarto nivel</a:t>
            </a:r>
            <a:endParaRPr lang="es-ES"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700637900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312266939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0436502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82739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0737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5169360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91367188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/>
                <a:cs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37654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/>
                <a:cs typeface="Calibri Light"/>
              </a:defRPr>
            </a:lvl1pPr>
          </a:lstStyle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Calibri Light"/>
          <a:ea typeface="+mj-ea"/>
          <a:cs typeface="+mj-cs"/>
        </a:defRPr>
      </a:lvl1pPr>
    </p:titleStyle>
    <p:bodyStyle>
      <a:lvl1pPr marL="0" marR="0" indent="0" algn="l" defTabSz="914400" rtl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defRPr sz="2800" b="0">
          <a:solidFill>
            <a:schemeClr val="tx1"/>
          </a:solidFill>
          <a:latin typeface="Calibri Ligh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Calibri Ligh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Calibri Light"/>
          <a:ea typeface="+mn-ea"/>
          <a:cs typeface="Calibri Light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Calibri Light"/>
          <a:ea typeface="+mn-ea"/>
          <a:cs typeface="Calibri Light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Calibri Light"/>
          <a:ea typeface="+mn-ea"/>
          <a:cs typeface="Calibri Light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4879061" name=""/>
          <p:cNvGrpSpPr/>
          <p:nvPr/>
        </p:nvGrpSpPr>
        <p:grpSpPr bwMode="auto">
          <a:xfrm>
            <a:off x="95249" y="140969"/>
            <a:ext cx="12096749" cy="7221854"/>
            <a:chOff x="0" y="0"/>
            <a:chExt cx="12096749" cy="7221854"/>
          </a:xfrm>
        </p:grpSpPr>
        <p:grpSp>
          <p:nvGrpSpPr>
            <p:cNvPr id="1983899375" name="Grupo 9"/>
            <p:cNvGrpSpPr/>
            <p:nvPr/>
          </p:nvGrpSpPr>
          <p:grpSpPr bwMode="auto">
            <a:xfrm>
              <a:off x="0" y="0"/>
              <a:ext cx="9505950" cy="6144894"/>
              <a:chOff x="150" y="222"/>
              <a:chExt cx="14970" cy="9677"/>
            </a:xfrm>
          </p:grpSpPr>
          <p:pic>
            <p:nvPicPr>
              <p:cNvPr id="5" name="Imagen 4"/>
              <p:cNvPicPr/>
              <p:nvPr/>
            </p:nvPicPr>
            <p:blipFill rotWithShape="1">
              <a:blip r:embed="rId3"/>
              <a:srcRect l="5889" t="6926" r="6852" b="53685"/>
              <a:stretch/>
            </p:blipFill>
            <p:spPr bwMode="auto">
              <a:xfrm rot="10800000">
                <a:off x="8210" y="222"/>
                <a:ext cx="6911" cy="3120"/>
              </a:xfrm>
              <a:prstGeom prst="rect">
                <a:avLst/>
              </a:prstGeom>
            </p:spPr>
          </p:pic>
          <p:grpSp>
            <p:nvGrpSpPr>
              <p:cNvPr id="108" name="Grupo 107"/>
              <p:cNvGrpSpPr/>
              <p:nvPr/>
            </p:nvGrpSpPr>
            <p:grpSpPr bwMode="auto">
              <a:xfrm>
                <a:off x="150" y="761"/>
                <a:ext cx="8262" cy="9138"/>
                <a:chOff x="150" y="957"/>
                <a:chExt cx="11266" cy="12460"/>
              </a:xfrm>
            </p:grpSpPr>
            <p:cxnSp>
              <p:nvCxnSpPr>
                <p:cNvPr id="105" name="Conector angular 104"/>
                <p:cNvCxnSpPr>
                  <a:stCxn id="71" idx="7"/>
                  <a:endCxn id="3" idx="2"/>
                </p:cNvCxnSpPr>
                <p:nvPr/>
              </p:nvCxnSpPr>
              <p:spPr bwMode="auto">
                <a:xfrm rot="16199999" flipH="1">
                  <a:off x="6226" y="-2791"/>
                  <a:ext cx="1023" cy="8806"/>
                </a:xfrm>
                <a:prstGeom prst="bentConnector4">
                  <a:avLst>
                    <a:gd name="adj1" fmla="val -54000"/>
                    <a:gd name="adj2" fmla="val 93244"/>
                  </a:avLst>
                </a:prstGeom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Grupo 10"/>
                <p:cNvGrpSpPr/>
                <p:nvPr/>
              </p:nvGrpSpPr>
              <p:grpSpPr bwMode="auto">
                <a:xfrm>
                  <a:off x="11140" y="1694"/>
                  <a:ext cx="276" cy="1151"/>
                  <a:chOff x="10467" y="1920"/>
                  <a:chExt cx="276" cy="1151"/>
                </a:xfrm>
              </p:grpSpPr>
              <p:sp>
                <p:nvSpPr>
                  <p:cNvPr id="2" name="Óvalo 1"/>
                  <p:cNvSpPr/>
                  <p:nvPr/>
                </p:nvSpPr>
                <p:spPr bwMode="auto">
                  <a:xfrm>
                    <a:off x="10467" y="1920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3" name="Óvalo 2"/>
                  <p:cNvSpPr/>
                  <p:nvPr/>
                </p:nvSpPr>
                <p:spPr bwMode="auto">
                  <a:xfrm>
                    <a:off x="10467" y="221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4" name="Óvalo 3"/>
                  <p:cNvSpPr/>
                  <p:nvPr/>
                </p:nvSpPr>
                <p:spPr bwMode="auto">
                  <a:xfrm>
                    <a:off x="10467" y="2502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" name="Óvalo 8"/>
                  <p:cNvSpPr/>
                  <p:nvPr/>
                </p:nvSpPr>
                <p:spPr bwMode="auto">
                  <a:xfrm>
                    <a:off x="10467" y="2794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</p:grpSp>
            <p:grpSp>
              <p:nvGrpSpPr>
                <p:cNvPr id="66" name="Grupo 65"/>
                <p:cNvGrpSpPr/>
                <p:nvPr/>
              </p:nvGrpSpPr>
              <p:grpSpPr bwMode="auto">
                <a:xfrm rot="10800000">
                  <a:off x="8426" y="7794"/>
                  <a:ext cx="2336" cy="5623"/>
                  <a:chOff x="5564" y="1119"/>
                  <a:chExt cx="2336" cy="5623"/>
                </a:xfrm>
              </p:grpSpPr>
              <p:pic>
                <p:nvPicPr>
                  <p:cNvPr id="6" name="Imagen 5"/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35387" t="16187" r="33467" b="15120"/>
                  <a:stretch/>
                </p:blipFill>
                <p:spPr bwMode="auto">
                  <a:xfrm rot="10800000">
                    <a:off x="5564" y="1119"/>
                    <a:ext cx="2336" cy="5152"/>
                  </a:xfrm>
                  <a:prstGeom prst="rect">
                    <a:avLst/>
                  </a:prstGeom>
                </p:spPr>
              </p:pic>
              <p:pic>
                <p:nvPicPr>
                  <p:cNvPr id="57" name="Imagen 56"/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tretch/>
                </p:blipFill>
                <p:spPr bwMode="auto">
                  <a:xfrm rot="16199999">
                    <a:off x="5743" y="4585"/>
                    <a:ext cx="2098" cy="2216"/>
                  </a:xfrm>
                  <a:prstGeom prst="rect">
                    <a:avLst/>
                  </a:prstGeom>
                </p:spPr>
              </p:pic>
              <p:sp>
                <p:nvSpPr>
                  <p:cNvPr id="58" name="Óvalo 57"/>
                  <p:cNvSpPr/>
                  <p:nvPr/>
                </p:nvSpPr>
                <p:spPr bwMode="auto">
                  <a:xfrm>
                    <a:off x="7342" y="6374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59" name="Óvalo 58"/>
                  <p:cNvSpPr/>
                  <p:nvPr/>
                </p:nvSpPr>
                <p:spPr bwMode="auto">
                  <a:xfrm>
                    <a:off x="7066" y="6374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60" name="Óvalo 59"/>
                  <p:cNvSpPr/>
                  <p:nvPr/>
                </p:nvSpPr>
                <p:spPr bwMode="auto">
                  <a:xfrm>
                    <a:off x="6790" y="6374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61" name="Óvalo 60"/>
                  <p:cNvSpPr/>
                  <p:nvPr/>
                </p:nvSpPr>
                <p:spPr bwMode="auto">
                  <a:xfrm>
                    <a:off x="6514" y="6374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</p:grpSp>
            <p:cxnSp>
              <p:nvCxnSpPr>
                <p:cNvPr id="67" name="Conector angular 66"/>
                <p:cNvCxnSpPr>
                  <a:stCxn id="70" idx="4"/>
                  <a:endCxn id="58" idx="4"/>
                </p:cNvCxnSpPr>
                <p:nvPr/>
              </p:nvCxnSpPr>
              <p:spPr bwMode="auto">
                <a:xfrm rot="5400000" flipV="1">
                  <a:off x="4419" y="3457"/>
                  <a:ext cx="2245" cy="6608"/>
                </a:xfrm>
                <a:prstGeom prst="bentConnector3">
                  <a:avLst>
                    <a:gd name="adj1" fmla="val 73140"/>
                  </a:avLst>
                </a:prstGeom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Conector angular 67"/>
                <p:cNvCxnSpPr>
                  <a:stCxn id="80" idx="4"/>
                  <a:endCxn id="59" idx="4"/>
                </p:cNvCxnSpPr>
                <p:nvPr/>
              </p:nvCxnSpPr>
              <p:spPr bwMode="auto">
                <a:xfrm rot="5400000" flipV="1">
                  <a:off x="5641" y="4403"/>
                  <a:ext cx="2245" cy="4717"/>
                </a:xfrm>
                <a:prstGeom prst="bentConnector3">
                  <a:avLst>
                    <a:gd name="adj1" fmla="val 50022"/>
                  </a:avLst>
                </a:prstGeom>
                <a:ln w="28575">
                  <a:solidFill>
                    <a:schemeClr val="accent4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101" name="Grupo 100"/>
                <p:cNvGrpSpPr/>
                <p:nvPr/>
              </p:nvGrpSpPr>
              <p:grpSpPr bwMode="auto">
                <a:xfrm>
                  <a:off x="150" y="957"/>
                  <a:ext cx="9182" cy="4744"/>
                  <a:chOff x="237" y="855"/>
                  <a:chExt cx="9182" cy="4744"/>
                </a:xfrm>
              </p:grpSpPr>
              <p:pic>
                <p:nvPicPr>
                  <p:cNvPr id="69" name="Imagen 68"/>
                  <p:cNvPicPr/>
                  <p:nvPr/>
                </p:nvPicPr>
                <p:blipFill rotWithShape="1">
                  <a:blip r:embed="rId6"/>
                  <a:srcRect l="24356" t="7898" r="12971" b="7082"/>
                  <a:stretch/>
                </p:blipFill>
                <p:spPr bwMode="auto">
                  <a:xfrm rot="5400000">
                    <a:off x="2456" y="-1364"/>
                    <a:ext cx="4745" cy="9182"/>
                  </a:xfrm>
                  <a:prstGeom prst="rect">
                    <a:avLst/>
                  </a:prstGeom>
                </p:spPr>
              </p:pic>
              <p:sp>
                <p:nvSpPr>
                  <p:cNvPr id="70" name="Óvalo 69"/>
                  <p:cNvSpPr/>
                  <p:nvPr/>
                </p:nvSpPr>
                <p:spPr bwMode="auto">
                  <a:xfrm>
                    <a:off x="2186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1" name="Óvalo 70"/>
                  <p:cNvSpPr/>
                  <p:nvPr/>
                </p:nvSpPr>
                <p:spPr bwMode="auto">
                  <a:xfrm>
                    <a:off x="2186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2" name="Óvalo 71"/>
                  <p:cNvSpPr/>
                  <p:nvPr/>
                </p:nvSpPr>
                <p:spPr bwMode="auto">
                  <a:xfrm>
                    <a:off x="2626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3" name="Óvalo 72"/>
                  <p:cNvSpPr/>
                  <p:nvPr/>
                </p:nvSpPr>
                <p:spPr bwMode="auto">
                  <a:xfrm>
                    <a:off x="2626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4" name="Óvalo 73"/>
                  <p:cNvSpPr/>
                  <p:nvPr/>
                </p:nvSpPr>
                <p:spPr bwMode="auto">
                  <a:xfrm>
                    <a:off x="3066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5" name="Óvalo 74"/>
                  <p:cNvSpPr/>
                  <p:nvPr/>
                </p:nvSpPr>
                <p:spPr bwMode="auto">
                  <a:xfrm>
                    <a:off x="3066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6" name="Óvalo 75"/>
                  <p:cNvSpPr/>
                  <p:nvPr/>
                </p:nvSpPr>
                <p:spPr bwMode="auto">
                  <a:xfrm>
                    <a:off x="3506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7" name="Óvalo 76"/>
                  <p:cNvSpPr/>
                  <p:nvPr/>
                </p:nvSpPr>
                <p:spPr bwMode="auto">
                  <a:xfrm>
                    <a:off x="3506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8" name="Óvalo 77"/>
                  <p:cNvSpPr/>
                  <p:nvPr/>
                </p:nvSpPr>
                <p:spPr bwMode="auto">
                  <a:xfrm>
                    <a:off x="3914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79" name="Óvalo 78"/>
                  <p:cNvSpPr/>
                  <p:nvPr/>
                </p:nvSpPr>
                <p:spPr bwMode="auto">
                  <a:xfrm>
                    <a:off x="3914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0" name="Óvalo 79"/>
                  <p:cNvSpPr/>
                  <p:nvPr/>
                </p:nvSpPr>
                <p:spPr bwMode="auto">
                  <a:xfrm>
                    <a:off x="4354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1" name="Óvalo 80"/>
                  <p:cNvSpPr/>
                  <p:nvPr/>
                </p:nvSpPr>
                <p:spPr bwMode="auto">
                  <a:xfrm>
                    <a:off x="4354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2" name="Óvalo 81"/>
                  <p:cNvSpPr/>
                  <p:nvPr/>
                </p:nvSpPr>
                <p:spPr bwMode="auto">
                  <a:xfrm>
                    <a:off x="4794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3" name="Óvalo 82"/>
                  <p:cNvSpPr/>
                  <p:nvPr/>
                </p:nvSpPr>
                <p:spPr bwMode="auto">
                  <a:xfrm>
                    <a:off x="4794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4" name="Óvalo 83"/>
                  <p:cNvSpPr/>
                  <p:nvPr/>
                </p:nvSpPr>
                <p:spPr bwMode="auto">
                  <a:xfrm>
                    <a:off x="5234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5" name="Óvalo 84"/>
                  <p:cNvSpPr/>
                  <p:nvPr/>
                </p:nvSpPr>
                <p:spPr bwMode="auto">
                  <a:xfrm>
                    <a:off x="5234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6" name="Óvalo 85"/>
                  <p:cNvSpPr/>
                  <p:nvPr/>
                </p:nvSpPr>
                <p:spPr bwMode="auto">
                  <a:xfrm>
                    <a:off x="5642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7" name="Óvalo 86"/>
                  <p:cNvSpPr/>
                  <p:nvPr/>
                </p:nvSpPr>
                <p:spPr bwMode="auto">
                  <a:xfrm>
                    <a:off x="5642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8" name="Óvalo 87"/>
                  <p:cNvSpPr/>
                  <p:nvPr/>
                </p:nvSpPr>
                <p:spPr bwMode="auto">
                  <a:xfrm>
                    <a:off x="6082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89" name="Óvalo 88"/>
                  <p:cNvSpPr/>
                  <p:nvPr/>
                </p:nvSpPr>
                <p:spPr bwMode="auto">
                  <a:xfrm>
                    <a:off x="6082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0" name="Óvalo 89"/>
                  <p:cNvSpPr/>
                  <p:nvPr/>
                </p:nvSpPr>
                <p:spPr bwMode="auto">
                  <a:xfrm>
                    <a:off x="6522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1" name="Óvalo 90"/>
                  <p:cNvSpPr/>
                  <p:nvPr/>
                </p:nvSpPr>
                <p:spPr bwMode="auto">
                  <a:xfrm>
                    <a:off x="6522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2" name="Óvalo 91"/>
                  <p:cNvSpPr/>
                  <p:nvPr/>
                </p:nvSpPr>
                <p:spPr bwMode="auto">
                  <a:xfrm>
                    <a:off x="6953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3" name="Óvalo 92"/>
                  <p:cNvSpPr/>
                  <p:nvPr/>
                </p:nvSpPr>
                <p:spPr bwMode="auto">
                  <a:xfrm>
                    <a:off x="6953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4" name="Óvalo 93"/>
                  <p:cNvSpPr/>
                  <p:nvPr/>
                </p:nvSpPr>
                <p:spPr bwMode="auto">
                  <a:xfrm>
                    <a:off x="7370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5" name="Óvalo 94"/>
                  <p:cNvSpPr/>
                  <p:nvPr/>
                </p:nvSpPr>
                <p:spPr bwMode="auto">
                  <a:xfrm>
                    <a:off x="7370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6" name="Óvalo 95"/>
                  <p:cNvSpPr/>
                  <p:nvPr/>
                </p:nvSpPr>
                <p:spPr bwMode="auto">
                  <a:xfrm>
                    <a:off x="7792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7" name="Óvalo 96"/>
                  <p:cNvSpPr/>
                  <p:nvPr/>
                </p:nvSpPr>
                <p:spPr bwMode="auto">
                  <a:xfrm>
                    <a:off x="7792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8" name="Óvalo 97"/>
                  <p:cNvSpPr/>
                  <p:nvPr/>
                </p:nvSpPr>
                <p:spPr bwMode="auto">
                  <a:xfrm>
                    <a:off x="8232" y="5261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  <p:sp>
                <p:nvSpPr>
                  <p:cNvPr id="99" name="Óvalo 98"/>
                  <p:cNvSpPr/>
                  <p:nvPr/>
                </p:nvSpPr>
                <p:spPr bwMode="auto">
                  <a:xfrm>
                    <a:off x="8232" y="957"/>
                    <a:ext cx="276" cy="27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>
                      <a:defRPr/>
                    </a:pPr>
                    <a:endParaRPr lang="es-MX" u="sng"/>
                  </a:p>
                </p:txBody>
              </p:sp>
            </p:grpSp>
            <p:cxnSp>
              <p:nvCxnSpPr>
                <p:cNvPr id="102" name="Conector angular 101"/>
                <p:cNvCxnSpPr>
                  <a:stCxn id="82" idx="4"/>
                  <a:endCxn id="60" idx="4"/>
                </p:cNvCxnSpPr>
                <p:nvPr/>
              </p:nvCxnSpPr>
              <p:spPr bwMode="auto">
                <a:xfrm rot="5400000" flipV="1">
                  <a:off x="5999" y="4485"/>
                  <a:ext cx="2245" cy="4553"/>
                </a:xfrm>
                <a:prstGeom prst="bentConnector3">
                  <a:avLst>
                    <a:gd name="adj1" fmla="val 38084"/>
                  </a:avLst>
                </a:prstGeom>
                <a:ln w="28575">
                  <a:solidFill>
                    <a:srgbClr val="FFFF0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Conector angular 102"/>
                <p:cNvCxnSpPr>
                  <a:stCxn id="72" idx="4"/>
                  <a:endCxn id="61" idx="4"/>
                </p:cNvCxnSpPr>
                <p:nvPr/>
              </p:nvCxnSpPr>
              <p:spPr bwMode="auto">
                <a:xfrm rot="5400000" flipV="1">
                  <a:off x="5053" y="3263"/>
                  <a:ext cx="2245" cy="6997"/>
                </a:xfrm>
                <a:prstGeom prst="bentConnector3">
                  <a:avLst>
                    <a:gd name="adj1" fmla="val 59866"/>
                  </a:avLst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Conector angular 103"/>
                <p:cNvCxnSpPr>
                  <a:stCxn id="73" idx="0"/>
                  <a:endCxn id="2" idx="2"/>
                </p:cNvCxnSpPr>
                <p:nvPr/>
              </p:nvCxnSpPr>
              <p:spPr bwMode="auto">
                <a:xfrm rot="16199999" flipH="1">
                  <a:off x="6521" y="-2785"/>
                  <a:ext cx="773" cy="8463"/>
                </a:xfrm>
                <a:prstGeom prst="bentConnector4">
                  <a:avLst>
                    <a:gd name="adj1" fmla="val -97739"/>
                    <a:gd name="adj2" fmla="val 83274"/>
                  </a:avLst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Conector angular 105"/>
                <p:cNvCxnSpPr>
                  <a:stCxn id="96" idx="4"/>
                  <a:endCxn id="9" idx="2"/>
                </p:cNvCxnSpPr>
                <p:nvPr/>
              </p:nvCxnSpPr>
              <p:spPr bwMode="auto">
                <a:xfrm rot="5400000" flipH="1" flipV="1">
                  <a:off x="8025" y="2524"/>
                  <a:ext cx="2933" cy="3297"/>
                </a:xfrm>
                <a:prstGeom prst="bentConnector4">
                  <a:avLst>
                    <a:gd name="adj1" fmla="val -21445"/>
                    <a:gd name="adj2" fmla="val 59811"/>
                  </a:avLst>
                </a:prstGeom>
                <a:ln w="28575">
                  <a:solidFill>
                    <a:srgbClr val="92D05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Conector angular 106"/>
                <p:cNvCxnSpPr>
                  <a:stCxn id="90" idx="3"/>
                </p:cNvCxnSpPr>
                <p:nvPr/>
              </p:nvCxnSpPr>
              <p:spPr bwMode="auto">
                <a:xfrm rot="5400000" flipH="1" flipV="1">
                  <a:off x="7215" y="1674"/>
                  <a:ext cx="3184" cy="4665"/>
                </a:xfrm>
                <a:prstGeom prst="bentConnector4">
                  <a:avLst>
                    <a:gd name="adj1" fmla="val -13050"/>
                    <a:gd name="adj2" fmla="val 64640"/>
                  </a:avLst>
                </a:prstGeom>
                <a:ln w="28575">
                  <a:solidFill>
                    <a:srgbClr val="0000FE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64147346" name="Grupo 13"/>
            <p:cNvGrpSpPr/>
            <p:nvPr/>
          </p:nvGrpSpPr>
          <p:grpSpPr bwMode="auto">
            <a:xfrm rot="10800000">
              <a:off x="8942704" y="2872739"/>
              <a:ext cx="3154045" cy="1798320"/>
              <a:chOff x="13896" y="5984"/>
              <a:chExt cx="4967" cy="2832"/>
            </a:xfrm>
          </p:grpSpPr>
          <p:pic>
            <p:nvPicPr>
              <p:cNvPr id="8" name="Imagen 7"/>
              <p:cNvPicPr/>
              <p:nvPr/>
            </p:nvPicPr>
            <p:blipFill rotWithShape="1">
              <a:blip r:embed="rId7"/>
              <a:srcRect l="17593" t="42333" r="37667" b="31444"/>
              <a:stretch/>
            </p:blipFill>
            <p:spPr bwMode="auto">
              <a:xfrm>
                <a:off x="13896" y="5984"/>
                <a:ext cx="4832" cy="2832"/>
              </a:xfrm>
              <a:prstGeom prst="rect">
                <a:avLst/>
              </a:prstGeom>
            </p:spPr>
          </p:pic>
          <p:sp>
            <p:nvSpPr>
              <p:cNvPr id="12" name="Óvalo 11"/>
              <p:cNvSpPr/>
              <p:nvPr/>
            </p:nvSpPr>
            <p:spPr bwMode="auto">
              <a:xfrm>
                <a:off x="18587" y="7794"/>
                <a:ext cx="276" cy="2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defRPr/>
                </a:pPr>
                <a:endParaRPr lang="es-MX" u="sng"/>
              </a:p>
            </p:txBody>
          </p:sp>
          <p:sp>
            <p:nvSpPr>
              <p:cNvPr id="13" name="Óvalo 12"/>
              <p:cNvSpPr/>
              <p:nvPr/>
            </p:nvSpPr>
            <p:spPr bwMode="auto">
              <a:xfrm>
                <a:off x="18587" y="7261"/>
                <a:ext cx="276" cy="2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defRPr/>
                </a:pPr>
                <a:endParaRPr lang="es-MX" u="sng"/>
              </a:p>
            </p:txBody>
          </p:sp>
        </p:grpSp>
        <p:grpSp>
          <p:nvGrpSpPr>
            <p:cNvPr id="32913961" name="Grupo 28"/>
            <p:cNvGrpSpPr/>
            <p:nvPr/>
          </p:nvGrpSpPr>
          <p:grpSpPr bwMode="auto">
            <a:xfrm rot="0">
              <a:off x="6488429" y="6491604"/>
              <a:ext cx="1750060" cy="730250"/>
              <a:chOff x="8675" y="6641"/>
              <a:chExt cx="2756" cy="1150"/>
            </a:xfrm>
          </p:grpSpPr>
          <p:grpSp>
            <p:nvGrpSpPr>
              <p:cNvPr id="22" name="Grupo 21"/>
              <p:cNvGrpSpPr/>
              <p:nvPr/>
            </p:nvGrpSpPr>
            <p:grpSpPr bwMode="auto">
              <a:xfrm>
                <a:off x="8675" y="6641"/>
                <a:ext cx="2757" cy="1150"/>
                <a:chOff x="8675" y="6641"/>
                <a:chExt cx="2757" cy="1150"/>
              </a:xfrm>
            </p:grpSpPr>
            <p:pic>
              <p:nvPicPr>
                <p:cNvPr id="15" name="Imagen 14"/>
                <p:cNvPicPr/>
                <p:nvPr/>
              </p:nvPicPr>
              <p:blipFill rotWithShape="1">
                <a:blip r:embed="rId8"/>
                <a:srcRect l="43984" t="32542" r="40877" b="14275"/>
                <a:stretch/>
              </p:blipFill>
              <p:spPr bwMode="auto">
                <a:xfrm rot="5400000">
                  <a:off x="9478" y="5837"/>
                  <a:ext cx="1150" cy="2757"/>
                </a:xfrm>
                <a:prstGeom prst="rect">
                  <a:avLst/>
                </a:prstGeom>
              </p:spPr>
            </p:pic>
            <p:sp>
              <p:nvSpPr>
                <p:cNvPr id="16" name="Óvalo 15"/>
                <p:cNvSpPr/>
                <p:nvPr/>
              </p:nvSpPr>
              <p:spPr bwMode="auto">
                <a:xfrm rot="10800000">
                  <a:off x="11156" y="6709"/>
                  <a:ext cx="276" cy="27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>
                    <a:defRPr/>
                  </a:pPr>
                  <a:endParaRPr lang="es-MX" u="sng"/>
                </a:p>
              </p:txBody>
            </p:sp>
            <p:sp>
              <p:nvSpPr>
                <p:cNvPr id="17" name="Óvalo 16"/>
                <p:cNvSpPr/>
                <p:nvPr/>
              </p:nvSpPr>
              <p:spPr bwMode="auto">
                <a:xfrm rot="10800000">
                  <a:off x="11156" y="7037"/>
                  <a:ext cx="276" cy="27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>
                    <a:defRPr/>
                  </a:pPr>
                  <a:endParaRPr lang="es-MX" u="sng"/>
                </a:p>
              </p:txBody>
            </p:sp>
            <p:sp>
              <p:nvSpPr>
                <p:cNvPr id="18" name="Óvalo 17"/>
                <p:cNvSpPr/>
                <p:nvPr/>
              </p:nvSpPr>
              <p:spPr bwMode="auto">
                <a:xfrm rot="10800000">
                  <a:off x="11156" y="7391"/>
                  <a:ext cx="276" cy="27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>
                    <a:defRPr/>
                  </a:pPr>
                  <a:endParaRPr lang="es-MX" u="sng"/>
                </a:p>
              </p:txBody>
            </p:sp>
            <p:sp>
              <p:nvSpPr>
                <p:cNvPr id="19" name="Óvalo 18"/>
                <p:cNvSpPr/>
                <p:nvPr/>
              </p:nvSpPr>
              <p:spPr bwMode="auto">
                <a:xfrm rot="10800000">
                  <a:off x="8699" y="6709"/>
                  <a:ext cx="276" cy="27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>
                    <a:defRPr/>
                  </a:pPr>
                  <a:endParaRPr lang="es-MX" u="sng"/>
                </a:p>
              </p:txBody>
            </p:sp>
            <p:sp>
              <p:nvSpPr>
                <p:cNvPr id="20" name="Óvalo 19"/>
                <p:cNvSpPr/>
                <p:nvPr/>
              </p:nvSpPr>
              <p:spPr bwMode="auto">
                <a:xfrm rot="10800000">
                  <a:off x="8699" y="7037"/>
                  <a:ext cx="276" cy="27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>
                    <a:defRPr/>
                  </a:pPr>
                  <a:endParaRPr lang="es-MX" u="sng"/>
                </a:p>
              </p:txBody>
            </p:sp>
            <p:sp>
              <p:nvSpPr>
                <p:cNvPr id="21" name="Óvalo 20"/>
                <p:cNvSpPr/>
                <p:nvPr/>
              </p:nvSpPr>
              <p:spPr bwMode="auto">
                <a:xfrm rot="10800000">
                  <a:off x="8699" y="7391"/>
                  <a:ext cx="276" cy="27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>
                    <a:defRPr/>
                  </a:pPr>
                  <a:endParaRPr lang="es-MX" u="sng"/>
                </a:p>
              </p:txBody>
            </p:sp>
          </p:grpSp>
          <p:sp>
            <p:nvSpPr>
              <p:cNvPr id="23" name="Cuadro de texto 22"/>
              <p:cNvSpPr txBox="1"/>
              <p:nvPr/>
            </p:nvSpPr>
            <p:spPr bwMode="auto">
              <a:xfrm>
                <a:off x="10635" y="7328"/>
                <a:ext cx="521" cy="3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noAutofit/>
              </a:bodyPr>
              <a:p>
                <a:pPr algn="ctr">
                  <a:defRPr/>
                </a:pPr>
                <a:r>
                  <a:rPr lang="es-MX" sz="800" b="1"/>
                  <a:t>NO</a:t>
                </a:r>
                <a:endParaRPr lang="es-MX" sz="800" b="1"/>
              </a:p>
            </p:txBody>
          </p:sp>
          <p:sp>
            <p:nvSpPr>
              <p:cNvPr id="24" name="Cuadro de texto 23"/>
              <p:cNvSpPr txBox="1"/>
              <p:nvPr/>
            </p:nvSpPr>
            <p:spPr bwMode="auto">
              <a:xfrm>
                <a:off x="10491" y="7037"/>
                <a:ext cx="665" cy="3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noAutofit/>
              </a:bodyPr>
              <a:p>
                <a:pPr algn="ctr">
                  <a:defRPr/>
                </a:pPr>
                <a:r>
                  <a:rPr lang="es-MX" sz="800" b="1"/>
                  <a:t>COM</a:t>
                </a:r>
                <a:endParaRPr lang="es-MX" sz="800" b="1"/>
              </a:p>
            </p:txBody>
          </p:sp>
          <p:sp>
            <p:nvSpPr>
              <p:cNvPr id="25" name="Cuadro de texto 24"/>
              <p:cNvSpPr txBox="1"/>
              <p:nvPr/>
            </p:nvSpPr>
            <p:spPr bwMode="auto">
              <a:xfrm>
                <a:off x="10635" y="6696"/>
                <a:ext cx="521" cy="3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noAutofit/>
              </a:bodyPr>
              <a:p>
                <a:pPr algn="ctr">
                  <a:defRPr/>
                </a:pPr>
                <a:r>
                  <a:rPr lang="es-MX" sz="800" b="1"/>
                  <a:t>NC</a:t>
                </a:r>
                <a:endParaRPr lang="es-MX" sz="800" b="1"/>
              </a:p>
            </p:txBody>
          </p:sp>
          <p:sp>
            <p:nvSpPr>
              <p:cNvPr id="26" name="Cuadro de texto 25"/>
              <p:cNvSpPr txBox="1"/>
              <p:nvPr/>
            </p:nvSpPr>
            <p:spPr bwMode="auto">
              <a:xfrm>
                <a:off x="9051" y="6696"/>
                <a:ext cx="266" cy="2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noAutofit/>
              </a:bodyPr>
              <a:p>
                <a:pPr algn="ctr">
                  <a:lnSpc>
                    <a:spcPct val="80000"/>
                  </a:lnSpc>
                  <a:defRPr/>
                </a:pPr>
                <a:r>
                  <a:rPr lang="es-MX" sz="800" b="1"/>
                  <a:t>S</a:t>
                </a:r>
                <a:endParaRPr lang="es-MX" sz="800" b="1"/>
              </a:p>
            </p:txBody>
          </p:sp>
          <p:sp>
            <p:nvSpPr>
              <p:cNvPr id="27" name="Cuadro de texto 26"/>
              <p:cNvSpPr txBox="1"/>
              <p:nvPr/>
            </p:nvSpPr>
            <p:spPr bwMode="auto">
              <a:xfrm>
                <a:off x="9051" y="7061"/>
                <a:ext cx="266" cy="2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noAutofit/>
              </a:bodyPr>
              <a:p>
                <a:pPr algn="ctr">
                  <a:lnSpc>
                    <a:spcPct val="80000"/>
                  </a:lnSpc>
                  <a:defRPr/>
                </a:pPr>
                <a:r>
                  <a:rPr lang="es-MX" sz="800" b="1"/>
                  <a:t>+</a:t>
                </a:r>
                <a:endParaRPr lang="es-MX" sz="800" b="1"/>
              </a:p>
            </p:txBody>
          </p:sp>
          <p:sp>
            <p:nvSpPr>
              <p:cNvPr id="28" name="Cuadro de texto 27"/>
              <p:cNvSpPr txBox="1"/>
              <p:nvPr/>
            </p:nvSpPr>
            <p:spPr bwMode="auto">
              <a:xfrm>
                <a:off x="9051" y="7406"/>
                <a:ext cx="266" cy="2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noAutofit/>
              </a:bodyPr>
              <a:p>
                <a:pPr algn="ctr">
                  <a:lnSpc>
                    <a:spcPct val="80000"/>
                  </a:lnSpc>
                  <a:defRPr/>
                </a:pPr>
                <a:r>
                  <a:rPr lang="es-MX" sz="800" b="1"/>
                  <a:t>-</a:t>
                </a:r>
                <a:endParaRPr lang="es-MX" sz="800" b="1"/>
              </a:p>
            </p:txBody>
          </p:sp>
        </p:grpSp>
        <p:cxnSp>
          <p:nvCxnSpPr>
            <p:cNvPr id="1656503180" name="Conector angular 35"/>
            <p:cNvCxnSpPr>
              <a:stCxn id="13" idx="6"/>
              <a:endCxn id="33" idx="4"/>
            </p:cNvCxnSpPr>
            <p:nvPr/>
          </p:nvCxnSpPr>
          <p:spPr bwMode="auto">
            <a:xfrm rot="10799990" flipH="0" flipV="1">
              <a:off x="1875472" y="3772217"/>
              <a:ext cx="7067231" cy="249396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77193564" name="Conector angular 36"/>
            <p:cNvCxnSpPr>
              <a:stCxn id="17" idx="2"/>
              <a:endCxn id="32" idx="4"/>
            </p:cNvCxnSpPr>
            <p:nvPr/>
          </p:nvCxnSpPr>
          <p:spPr bwMode="auto">
            <a:xfrm rot="0" flipH="1" flipV="1">
              <a:off x="1875472" y="5882005"/>
              <a:ext cx="6363651" cy="949007"/>
            </a:xfrm>
            <a:prstGeom prst="bentConnector3">
              <a:avLst>
                <a:gd name="adj1" fmla="val -3592"/>
              </a:avLst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37342482" name="Conector angular 37"/>
            <p:cNvCxnSpPr>
              <a:stCxn id="18" idx="2"/>
              <a:endCxn id="12" idx="6"/>
            </p:cNvCxnSpPr>
            <p:nvPr/>
          </p:nvCxnSpPr>
          <p:spPr bwMode="auto">
            <a:xfrm flipV="1">
              <a:off x="8239124" y="3433444"/>
              <a:ext cx="703580" cy="362204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515072" name="Conector angular 38"/>
            <p:cNvCxnSpPr/>
            <p:nvPr/>
          </p:nvCxnSpPr>
          <p:spPr bwMode="auto">
            <a:xfrm rot="10800000">
              <a:off x="1017270" y="408939"/>
              <a:ext cx="5486400" cy="6422389"/>
            </a:xfrm>
            <a:prstGeom prst="bentConnector4">
              <a:avLst>
                <a:gd name="adj1" fmla="val 137349"/>
                <a:gd name="adj2" fmla="val 105981"/>
              </a:avLst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8223700" name="Conector angular 39"/>
            <p:cNvCxnSpPr>
              <a:stCxn id="21" idx="6"/>
              <a:endCxn id="73" idx="1"/>
            </p:cNvCxnSpPr>
            <p:nvPr/>
          </p:nvCxnSpPr>
          <p:spPr bwMode="auto">
            <a:xfrm rot="10800000">
              <a:off x="1131570" y="408939"/>
              <a:ext cx="5372100" cy="6647180"/>
            </a:xfrm>
            <a:prstGeom prst="bentConnector4">
              <a:avLst>
                <a:gd name="adj1" fmla="val 148475"/>
                <a:gd name="adj2" fmla="val 108712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094047646" name="Grupo 34"/>
            <p:cNvGrpSpPr/>
            <p:nvPr/>
          </p:nvGrpSpPr>
          <p:grpSpPr bwMode="auto">
            <a:xfrm rot="5400000">
              <a:off x="361632" y="5126990"/>
              <a:ext cx="1177290" cy="1850390"/>
              <a:chOff x="10635" y="8107"/>
              <a:chExt cx="1854" cy="2914"/>
            </a:xfrm>
          </p:grpSpPr>
          <p:pic>
            <p:nvPicPr>
              <p:cNvPr id="31" name="Imagen 30"/>
              <p:cNvPicPr>
                <a:picLocks noChangeAspect="1"/>
              </p:cNvPicPr>
              <p:nvPr/>
            </p:nvPicPr>
            <p:blipFill rotWithShape="1">
              <a:blip r:embed="rId9"/>
              <a:srcRect l="15778" t="28976" r="51413" b="26881"/>
              <a:stretch/>
            </p:blipFill>
            <p:spPr bwMode="auto">
              <a:xfrm rot="5400000">
                <a:off x="10186" y="8718"/>
                <a:ext cx="2751" cy="1854"/>
              </a:xfrm>
              <a:prstGeom prst="rect">
                <a:avLst/>
              </a:prstGeom>
            </p:spPr>
          </p:pic>
          <p:sp>
            <p:nvSpPr>
              <p:cNvPr id="32" name="Óvalo 31"/>
              <p:cNvSpPr/>
              <p:nvPr/>
            </p:nvSpPr>
            <p:spPr bwMode="auto">
              <a:xfrm rot="10800000">
                <a:off x="11156" y="8107"/>
                <a:ext cx="276" cy="2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defRPr/>
                </a:pPr>
                <a:endParaRPr lang="es-MX" u="sng"/>
              </a:p>
            </p:txBody>
          </p:sp>
          <p:sp>
            <p:nvSpPr>
              <p:cNvPr id="33" name="Óvalo 32"/>
              <p:cNvSpPr/>
              <p:nvPr/>
            </p:nvSpPr>
            <p:spPr bwMode="auto">
              <a:xfrm rot="10800000">
                <a:off x="11761" y="8107"/>
                <a:ext cx="276" cy="2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defRPr/>
                </a:pPr>
                <a:endParaRPr lang="es-MX" u="sng"/>
              </a:p>
            </p:txBody>
          </p:sp>
          <p:sp>
            <p:nvSpPr>
              <p:cNvPr id="34" name="Óvalo 33"/>
              <p:cNvSpPr/>
              <p:nvPr/>
            </p:nvSpPr>
            <p:spPr bwMode="auto">
              <a:xfrm rot="16199999">
                <a:off x="11157" y="8632"/>
                <a:ext cx="934" cy="93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p>
                <a:pPr algn="ctr">
                  <a:defRPr/>
                </a:pPr>
                <a:r>
                  <a:rPr lang="es-MX" sz="1600" b="1">
                    <a:solidFill>
                      <a:srgbClr val="FF0000"/>
                    </a:solidFill>
                  </a:rPr>
                  <a:t>12V</a:t>
                </a:r>
                <a:endParaRPr lang="es-MX" sz="1600" b="1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269201989" name="Conector angular 40"/>
            <p:cNvCxnSpPr>
              <a:stCxn id="19" idx="6"/>
              <a:endCxn id="85" idx="0"/>
            </p:cNvCxnSpPr>
            <p:nvPr/>
          </p:nvCxnSpPr>
          <p:spPr bwMode="auto">
            <a:xfrm rot="10800000">
              <a:off x="2391409" y="389889"/>
              <a:ext cx="4112260" cy="6233160"/>
            </a:xfrm>
            <a:prstGeom prst="bentConnector4">
              <a:avLst>
                <a:gd name="adj1" fmla="val 176374"/>
                <a:gd name="adj2" fmla="val 112337"/>
              </a:avLst>
            </a:prstGeom>
            <a:ln w="28575">
              <a:solidFill>
                <a:srgbClr val="FE00DE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1179211" name="Imagen 3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681838105" name="Imagen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16199999">
            <a:off x="6195695" y="-101600"/>
            <a:ext cx="649605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Arial"/>
        <a:cs typeface="Arial"/>
      </a:majorFont>
      <a:minorFont>
        <a:latin typeface="微软雅黑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Nopel</dc:creator>
  <cp:lastModifiedBy/>
  <cp:revision>10</cp:revision>
  <dcterms:created xsi:type="dcterms:W3CDTF">2025-07-23T00:59:00Z</dcterms:created>
  <dcterms:modified xsi:type="dcterms:W3CDTF">2026-07-14T15:08:01Z</dcterms:modified>
</cp:coreProperties>
</file>