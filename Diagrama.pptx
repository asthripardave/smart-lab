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webp" ContentType="image/webp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8" r:id="rId3"/>
    <p:sldId id="256" r:id="rId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6C04"/>
    <a:srgbClr val="0000FE"/>
    <a:srgbClr val="FE00DE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60"/>
        <p:guide pos="383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  <a:endParaRPr lang="es-ES" smtClean="0"/>
          </a:p>
          <a:p>
            <a:pPr lvl="1"/>
            <a:r>
              <a:rPr lang="es-ES" smtClean="0"/>
              <a:t>Segundo nivel</a:t>
            </a:r>
            <a:endParaRPr lang="es-ES" smtClean="0"/>
          </a:p>
          <a:p>
            <a:pPr lvl="2"/>
            <a:r>
              <a:rPr lang="es-ES" smtClean="0"/>
              <a:t>Tercer nivel</a:t>
            </a:r>
            <a:endParaRPr lang="es-ES" smtClean="0"/>
          </a:p>
          <a:p>
            <a:pPr lvl="3"/>
            <a:r>
              <a:rPr lang="es-ES" smtClean="0"/>
              <a:t>Cuarto nivel</a:t>
            </a:r>
            <a:endParaRPr lang="es-ES" smtClean="0"/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webp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4" name="Grupo 13"/>
          <p:cNvGrpSpPr/>
          <p:nvPr/>
        </p:nvGrpSpPr>
        <p:grpSpPr>
          <a:xfrm rot="16200000">
            <a:off x="9715500" y="732790"/>
            <a:ext cx="3154045" cy="1798320"/>
            <a:chOff x="13896" y="5984"/>
            <a:chExt cx="4967" cy="2832"/>
          </a:xfrm>
        </p:grpSpPr>
        <p:pic>
          <p:nvPicPr>
            <p:cNvPr id="8" name="Imagen 7"/>
            <p:cNvPicPr/>
            <p:nvPr/>
          </p:nvPicPr>
          <p:blipFill>
            <a:blip r:embed="rId1"/>
            <a:srcRect l="17593" t="42333" r="37667" b="31444"/>
            <a:stretch>
              <a:fillRect/>
            </a:stretch>
          </p:blipFill>
          <p:spPr>
            <a:xfrm>
              <a:off x="13896" y="5984"/>
              <a:ext cx="4832" cy="2832"/>
            </a:xfrm>
            <a:prstGeom prst="rect">
              <a:avLst/>
            </a:prstGeom>
          </p:spPr>
        </p:pic>
        <p:sp>
          <p:nvSpPr>
            <p:cNvPr id="12" name="Óvalo 11"/>
            <p:cNvSpPr/>
            <p:nvPr/>
          </p:nvSpPr>
          <p:spPr>
            <a:xfrm>
              <a:off x="18587" y="7794"/>
              <a:ext cx="276" cy="2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s-MX" altLang="en-US" u="sng"/>
            </a:p>
          </p:txBody>
        </p:sp>
        <p:sp>
          <p:nvSpPr>
            <p:cNvPr id="13" name="Óvalo 12"/>
            <p:cNvSpPr/>
            <p:nvPr/>
          </p:nvSpPr>
          <p:spPr>
            <a:xfrm>
              <a:off x="18587" y="7261"/>
              <a:ext cx="276" cy="2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s-MX" altLang="en-US" u="sng"/>
            </a:p>
          </p:txBody>
        </p:sp>
      </p:grpSp>
      <p:grpSp>
        <p:nvGrpSpPr>
          <p:cNvPr id="108" name="Grupo 107"/>
          <p:cNvGrpSpPr/>
          <p:nvPr/>
        </p:nvGrpSpPr>
        <p:grpSpPr>
          <a:xfrm>
            <a:off x="95250" y="140970"/>
            <a:ext cx="9587865" cy="6144260"/>
            <a:chOff x="150" y="222"/>
            <a:chExt cx="20588" cy="13194"/>
          </a:xfrm>
        </p:grpSpPr>
        <p:cxnSp>
          <p:nvCxnSpPr>
            <p:cNvPr id="105" name="Conector angular 104"/>
            <p:cNvCxnSpPr>
              <a:stCxn id="70" idx="4"/>
              <a:endCxn id="3" idx="2"/>
            </p:cNvCxnSpPr>
            <p:nvPr/>
          </p:nvCxnSpPr>
          <p:spPr>
            <a:xfrm rot="5400000" flipH="1" flipV="1">
              <a:off x="4930" y="-570"/>
              <a:ext cx="3516" cy="8903"/>
            </a:xfrm>
            <a:prstGeom prst="bentConnector4">
              <a:avLst>
                <a:gd name="adj1" fmla="val -46345"/>
                <a:gd name="adj2" fmla="val 95299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" name="Grupo 10"/>
            <p:cNvGrpSpPr/>
            <p:nvPr/>
          </p:nvGrpSpPr>
          <p:grpSpPr>
            <a:xfrm>
              <a:off x="11140" y="222"/>
              <a:ext cx="9599" cy="4254"/>
              <a:chOff x="10467" y="448"/>
              <a:chExt cx="9599" cy="4254"/>
            </a:xfrm>
          </p:grpSpPr>
          <p:pic>
            <p:nvPicPr>
              <p:cNvPr id="7" name="Imagen 6"/>
              <p:cNvPicPr/>
              <p:nvPr/>
            </p:nvPicPr>
            <p:blipFill>
              <a:blip r:embed="rId2"/>
              <a:srcRect l="5889" t="6926" r="6852" b="53685"/>
              <a:stretch>
                <a:fillRect/>
              </a:stretch>
            </p:blipFill>
            <p:spPr>
              <a:xfrm>
                <a:off x="10642" y="448"/>
                <a:ext cx="9424" cy="4254"/>
              </a:xfrm>
              <a:prstGeom prst="rect">
                <a:avLst/>
              </a:prstGeom>
            </p:spPr>
          </p:pic>
          <p:sp>
            <p:nvSpPr>
              <p:cNvPr id="2" name="Óvalo 1"/>
              <p:cNvSpPr/>
              <p:nvPr/>
            </p:nvSpPr>
            <p:spPr>
              <a:xfrm>
                <a:off x="10467" y="1920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3" name="Óvalo 2"/>
              <p:cNvSpPr/>
              <p:nvPr/>
            </p:nvSpPr>
            <p:spPr>
              <a:xfrm>
                <a:off x="10467" y="221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4" name="Óvalo 3"/>
              <p:cNvSpPr/>
              <p:nvPr/>
            </p:nvSpPr>
            <p:spPr>
              <a:xfrm>
                <a:off x="10467" y="2502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" name="Óvalo 8"/>
              <p:cNvSpPr/>
              <p:nvPr/>
            </p:nvSpPr>
            <p:spPr>
              <a:xfrm>
                <a:off x="10467" y="2794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</p:grpSp>
        <p:grpSp>
          <p:nvGrpSpPr>
            <p:cNvPr id="66" name="Grupo 65"/>
            <p:cNvGrpSpPr/>
            <p:nvPr/>
          </p:nvGrpSpPr>
          <p:grpSpPr>
            <a:xfrm rot="10800000">
              <a:off x="8426" y="7794"/>
              <a:ext cx="2336" cy="5623"/>
              <a:chOff x="5564" y="1119"/>
              <a:chExt cx="2336" cy="5623"/>
            </a:xfrm>
          </p:grpSpPr>
          <p:pic>
            <p:nvPicPr>
              <p:cNvPr id="6" name="Imagen 5"/>
              <p:cNvPicPr>
                <a:picLocks noChangeAspect="1"/>
              </p:cNvPicPr>
              <p:nvPr/>
            </p:nvPicPr>
            <p:blipFill>
              <a:blip r:embed="rId3"/>
              <a:srcRect l="35387" t="16187" r="33467" b="15120"/>
              <a:stretch>
                <a:fillRect/>
              </a:stretch>
            </p:blipFill>
            <p:spPr>
              <a:xfrm rot="10800000">
                <a:off x="5564" y="1119"/>
                <a:ext cx="2336" cy="5152"/>
              </a:xfrm>
              <a:prstGeom prst="rect">
                <a:avLst/>
              </a:prstGeom>
            </p:spPr>
          </p:pic>
          <p:pic>
            <p:nvPicPr>
              <p:cNvPr id="57" name="Imagen 56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5743" y="4585"/>
                <a:ext cx="2098" cy="2216"/>
              </a:xfrm>
              <a:prstGeom prst="rect">
                <a:avLst/>
              </a:prstGeom>
            </p:spPr>
          </p:pic>
          <p:sp>
            <p:nvSpPr>
              <p:cNvPr id="58" name="Óvalo 57"/>
              <p:cNvSpPr/>
              <p:nvPr/>
            </p:nvSpPr>
            <p:spPr>
              <a:xfrm>
                <a:off x="7342" y="6374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59" name="Óvalo 58"/>
              <p:cNvSpPr/>
              <p:nvPr/>
            </p:nvSpPr>
            <p:spPr>
              <a:xfrm>
                <a:off x="7066" y="6374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60" name="Óvalo 59"/>
              <p:cNvSpPr/>
              <p:nvPr/>
            </p:nvSpPr>
            <p:spPr>
              <a:xfrm>
                <a:off x="6790" y="6374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61" name="Óvalo 60"/>
              <p:cNvSpPr/>
              <p:nvPr/>
            </p:nvSpPr>
            <p:spPr>
              <a:xfrm>
                <a:off x="6514" y="6374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</p:grpSp>
        <p:cxnSp>
          <p:nvCxnSpPr>
            <p:cNvPr id="67" name="Conector angular 66"/>
            <p:cNvCxnSpPr>
              <a:stCxn id="70" idx="4"/>
              <a:endCxn id="58" idx="4"/>
            </p:cNvCxnSpPr>
            <p:nvPr/>
          </p:nvCxnSpPr>
          <p:spPr>
            <a:xfrm rot="5400000" flipV="1">
              <a:off x="4419" y="3457"/>
              <a:ext cx="2245" cy="6609"/>
            </a:xfrm>
            <a:prstGeom prst="bentConnector3">
              <a:avLst>
                <a:gd name="adj1" fmla="val 7314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8" name="Conector angular 67"/>
            <p:cNvCxnSpPr>
              <a:stCxn id="80" idx="4"/>
              <a:endCxn id="59" idx="4"/>
            </p:cNvCxnSpPr>
            <p:nvPr/>
          </p:nvCxnSpPr>
          <p:spPr>
            <a:xfrm rot="5400000" flipV="1">
              <a:off x="5641" y="4403"/>
              <a:ext cx="2245" cy="4717"/>
            </a:xfrm>
            <a:prstGeom prst="bentConnector3">
              <a:avLst>
                <a:gd name="adj1" fmla="val 50022"/>
              </a:avLst>
            </a:prstGeom>
            <a:ln w="28575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01" name="Grupo 100"/>
            <p:cNvGrpSpPr/>
            <p:nvPr/>
          </p:nvGrpSpPr>
          <p:grpSpPr>
            <a:xfrm>
              <a:off x="150" y="957"/>
              <a:ext cx="9182" cy="4744"/>
              <a:chOff x="237" y="855"/>
              <a:chExt cx="9182" cy="4744"/>
            </a:xfrm>
          </p:grpSpPr>
          <p:pic>
            <p:nvPicPr>
              <p:cNvPr id="69" name="Imagen 68"/>
              <p:cNvPicPr/>
              <p:nvPr/>
            </p:nvPicPr>
            <p:blipFill>
              <a:blip r:embed="rId5"/>
              <a:srcRect l="24356" t="7898" r="12971" b="7083"/>
              <a:stretch>
                <a:fillRect/>
              </a:stretch>
            </p:blipFill>
            <p:spPr>
              <a:xfrm rot="5400000">
                <a:off x="2456" y="-1364"/>
                <a:ext cx="4745" cy="9182"/>
              </a:xfrm>
              <a:prstGeom prst="rect">
                <a:avLst/>
              </a:prstGeom>
            </p:spPr>
          </p:pic>
          <p:sp>
            <p:nvSpPr>
              <p:cNvPr id="70" name="Óvalo 69"/>
              <p:cNvSpPr/>
              <p:nvPr/>
            </p:nvSpPr>
            <p:spPr>
              <a:xfrm>
                <a:off x="2186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71" name="Óvalo 70"/>
              <p:cNvSpPr/>
              <p:nvPr/>
            </p:nvSpPr>
            <p:spPr>
              <a:xfrm>
                <a:off x="2186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72" name="Óvalo 71"/>
              <p:cNvSpPr/>
              <p:nvPr/>
            </p:nvSpPr>
            <p:spPr>
              <a:xfrm>
                <a:off x="2626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73" name="Óvalo 72"/>
              <p:cNvSpPr/>
              <p:nvPr/>
            </p:nvSpPr>
            <p:spPr>
              <a:xfrm>
                <a:off x="2626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74" name="Óvalo 73"/>
              <p:cNvSpPr/>
              <p:nvPr/>
            </p:nvSpPr>
            <p:spPr>
              <a:xfrm>
                <a:off x="3066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75" name="Óvalo 74"/>
              <p:cNvSpPr/>
              <p:nvPr/>
            </p:nvSpPr>
            <p:spPr>
              <a:xfrm>
                <a:off x="3066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76" name="Óvalo 75"/>
              <p:cNvSpPr/>
              <p:nvPr/>
            </p:nvSpPr>
            <p:spPr>
              <a:xfrm>
                <a:off x="3506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77" name="Óvalo 76"/>
              <p:cNvSpPr/>
              <p:nvPr/>
            </p:nvSpPr>
            <p:spPr>
              <a:xfrm>
                <a:off x="3506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78" name="Óvalo 77"/>
              <p:cNvSpPr/>
              <p:nvPr/>
            </p:nvSpPr>
            <p:spPr>
              <a:xfrm>
                <a:off x="3914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79" name="Óvalo 78"/>
              <p:cNvSpPr/>
              <p:nvPr/>
            </p:nvSpPr>
            <p:spPr>
              <a:xfrm>
                <a:off x="3914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0" name="Óvalo 79"/>
              <p:cNvSpPr/>
              <p:nvPr/>
            </p:nvSpPr>
            <p:spPr>
              <a:xfrm>
                <a:off x="4354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1" name="Óvalo 80"/>
              <p:cNvSpPr/>
              <p:nvPr/>
            </p:nvSpPr>
            <p:spPr>
              <a:xfrm>
                <a:off x="4354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2" name="Óvalo 81"/>
              <p:cNvSpPr/>
              <p:nvPr/>
            </p:nvSpPr>
            <p:spPr>
              <a:xfrm>
                <a:off x="4794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3" name="Óvalo 82"/>
              <p:cNvSpPr/>
              <p:nvPr/>
            </p:nvSpPr>
            <p:spPr>
              <a:xfrm>
                <a:off x="4794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4" name="Óvalo 83"/>
              <p:cNvSpPr/>
              <p:nvPr/>
            </p:nvSpPr>
            <p:spPr>
              <a:xfrm>
                <a:off x="5234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5" name="Óvalo 84"/>
              <p:cNvSpPr/>
              <p:nvPr/>
            </p:nvSpPr>
            <p:spPr>
              <a:xfrm>
                <a:off x="5234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6" name="Óvalo 85"/>
              <p:cNvSpPr/>
              <p:nvPr/>
            </p:nvSpPr>
            <p:spPr>
              <a:xfrm>
                <a:off x="5642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7" name="Óvalo 86"/>
              <p:cNvSpPr/>
              <p:nvPr/>
            </p:nvSpPr>
            <p:spPr>
              <a:xfrm>
                <a:off x="5642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8" name="Óvalo 87"/>
              <p:cNvSpPr/>
              <p:nvPr/>
            </p:nvSpPr>
            <p:spPr>
              <a:xfrm>
                <a:off x="6082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89" name="Óvalo 88"/>
              <p:cNvSpPr/>
              <p:nvPr/>
            </p:nvSpPr>
            <p:spPr>
              <a:xfrm>
                <a:off x="6082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0" name="Óvalo 89"/>
              <p:cNvSpPr/>
              <p:nvPr/>
            </p:nvSpPr>
            <p:spPr>
              <a:xfrm>
                <a:off x="6522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1" name="Óvalo 90"/>
              <p:cNvSpPr/>
              <p:nvPr/>
            </p:nvSpPr>
            <p:spPr>
              <a:xfrm>
                <a:off x="6522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2" name="Óvalo 91"/>
              <p:cNvSpPr/>
              <p:nvPr/>
            </p:nvSpPr>
            <p:spPr>
              <a:xfrm>
                <a:off x="6953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3" name="Óvalo 92"/>
              <p:cNvSpPr/>
              <p:nvPr/>
            </p:nvSpPr>
            <p:spPr>
              <a:xfrm>
                <a:off x="6953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4" name="Óvalo 93"/>
              <p:cNvSpPr/>
              <p:nvPr/>
            </p:nvSpPr>
            <p:spPr>
              <a:xfrm>
                <a:off x="7370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5" name="Óvalo 94"/>
              <p:cNvSpPr/>
              <p:nvPr/>
            </p:nvSpPr>
            <p:spPr>
              <a:xfrm>
                <a:off x="7370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6" name="Óvalo 95"/>
              <p:cNvSpPr/>
              <p:nvPr/>
            </p:nvSpPr>
            <p:spPr>
              <a:xfrm>
                <a:off x="7792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7" name="Óvalo 96"/>
              <p:cNvSpPr/>
              <p:nvPr/>
            </p:nvSpPr>
            <p:spPr>
              <a:xfrm>
                <a:off x="7792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8" name="Óvalo 97"/>
              <p:cNvSpPr/>
              <p:nvPr/>
            </p:nvSpPr>
            <p:spPr>
              <a:xfrm>
                <a:off x="8232" y="526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99" name="Óvalo 98"/>
              <p:cNvSpPr/>
              <p:nvPr/>
            </p:nvSpPr>
            <p:spPr>
              <a:xfrm>
                <a:off x="8232" y="95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</p:grpSp>
        <p:cxnSp>
          <p:nvCxnSpPr>
            <p:cNvPr id="102" name="Conector angular 101"/>
            <p:cNvCxnSpPr>
              <a:stCxn id="82" idx="4"/>
              <a:endCxn id="60" idx="4"/>
            </p:cNvCxnSpPr>
            <p:nvPr/>
          </p:nvCxnSpPr>
          <p:spPr>
            <a:xfrm rot="5400000" flipV="1">
              <a:off x="5999" y="4485"/>
              <a:ext cx="2245" cy="4553"/>
            </a:xfrm>
            <a:prstGeom prst="bentConnector3">
              <a:avLst>
                <a:gd name="adj1" fmla="val 38084"/>
              </a:avLst>
            </a:prstGeom>
            <a:ln w="28575"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3" name="Conector angular 102"/>
            <p:cNvCxnSpPr>
              <a:stCxn id="72" idx="4"/>
              <a:endCxn id="61" idx="4"/>
            </p:cNvCxnSpPr>
            <p:nvPr/>
          </p:nvCxnSpPr>
          <p:spPr>
            <a:xfrm rot="5400000" flipV="1">
              <a:off x="5053" y="3263"/>
              <a:ext cx="2245" cy="6997"/>
            </a:xfrm>
            <a:prstGeom prst="bentConnector3">
              <a:avLst>
                <a:gd name="adj1" fmla="val 59866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4" name="Conector angular 103"/>
            <p:cNvCxnSpPr>
              <a:stCxn id="73" idx="0"/>
              <a:endCxn id="2" idx="2"/>
            </p:cNvCxnSpPr>
            <p:nvPr/>
          </p:nvCxnSpPr>
          <p:spPr>
            <a:xfrm rot="16200000" flipH="1">
              <a:off x="6521" y="-2785"/>
              <a:ext cx="774" cy="8463"/>
            </a:xfrm>
            <a:prstGeom prst="bentConnector4">
              <a:avLst>
                <a:gd name="adj1" fmla="val -97739"/>
                <a:gd name="adj2" fmla="val 83274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6" name="Conector angular 105"/>
            <p:cNvCxnSpPr>
              <a:stCxn id="96" idx="4"/>
              <a:endCxn id="9" idx="2"/>
            </p:cNvCxnSpPr>
            <p:nvPr/>
          </p:nvCxnSpPr>
          <p:spPr>
            <a:xfrm rot="5400000" flipH="1" flipV="1">
              <a:off x="8025" y="2524"/>
              <a:ext cx="2933" cy="3297"/>
            </a:xfrm>
            <a:prstGeom prst="bentConnector4">
              <a:avLst>
                <a:gd name="adj1" fmla="val -21445"/>
                <a:gd name="adj2" fmla="val 59811"/>
              </a:avLst>
            </a:prstGeom>
            <a:ln w="28575">
              <a:solidFill>
                <a:srgbClr val="92D05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7" name="Conector angular 106"/>
            <p:cNvCxnSpPr>
              <a:stCxn id="90" idx="3"/>
            </p:cNvCxnSpPr>
            <p:nvPr/>
          </p:nvCxnSpPr>
          <p:spPr>
            <a:xfrm rot="5400000" flipH="1" flipV="1">
              <a:off x="7215" y="1674"/>
              <a:ext cx="3184" cy="4665"/>
            </a:xfrm>
            <a:prstGeom prst="bentConnector4">
              <a:avLst>
                <a:gd name="adj1" fmla="val -13050"/>
                <a:gd name="adj2" fmla="val 64640"/>
              </a:avLst>
            </a:prstGeom>
            <a:ln w="28575">
              <a:solidFill>
                <a:srgbClr val="0000FE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Imagen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6195695" y="-101600"/>
            <a:ext cx="649605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Presentation</Application>
  <PresentationFormat>宽屏</PresentationFormat>
  <Paragraphs>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SimSun</vt:lpstr>
      <vt:lpstr>Wingdings</vt:lpstr>
      <vt:lpstr>Calibri Light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Nopel</dc:creator>
  <cp:lastModifiedBy>Nopel</cp:lastModifiedBy>
  <cp:revision>8</cp:revision>
  <dcterms:created xsi:type="dcterms:W3CDTF">2025-07-23T00:59:00Z</dcterms:created>
  <dcterms:modified xsi:type="dcterms:W3CDTF">2026-06-22T04:07:22Z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2058-12.2.0.23196</vt:lpwstr>
  </property>
  <property fmtid="{D5CDD505-2E9C-101B-9397-08002B2CF9AE}" pid="3" name="ICV">
    <vt:lpwstr>0B846F56A2814ED4A41ACF85D3F4B2E6_11</vt:lpwstr>
  </property>
</Properties>
</file>