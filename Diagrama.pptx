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webp" ContentType="image/webp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258" r:id="rId3"/>
    <p:sldId id="256" r:id="rId4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08" userDrawn="1">
          <p15:clr>
            <a:srgbClr val="A4A3A4"/>
          </p15:clr>
        </p15:guide>
        <p15:guide id="2" pos="381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6C04"/>
    <a:srgbClr val="0000FE"/>
    <a:srgbClr val="FE00DE"/>
    <a:srgbClr val="B2B2B2"/>
    <a:srgbClr val="202020"/>
    <a:srgbClr val="323232"/>
    <a:srgbClr val="CC3300"/>
    <a:srgbClr val="CC0000"/>
    <a:srgbClr val="FF3300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117" d="100"/>
          <a:sy n="117" d="100"/>
        </p:scale>
        <p:origin x="510" y="102"/>
      </p:cViewPr>
      <p:guideLst>
        <p:guide orient="horz" pos="2108"/>
        <p:guide pos="3814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en-US" smtClean="0"/>
            </a:fld>
            <a:endParaRPr lang="en-US"/>
          </a:p>
        </p:txBody>
      </p:sp>
      <p:sp>
        <p:nvSpPr>
          <p:cNvPr id="4" name="Slide Image Placeho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 Placeholder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4" name="Date Placeholder 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alibri Light" panose="020F0302020204030204" pitchFamily="34" charset="0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 smtClean="0"/>
              <a:t>Click to edit Master subtitle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1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 smtClean="0"/>
              <a:t>Click to edit Master text styles</a:t>
            </a:r>
            <a:endParaRPr lang="en-US" dirty="0" smtClean="0"/>
          </a:p>
          <a:p>
            <a:pPr lvl="1"/>
            <a:r>
              <a:rPr lang="en-US" dirty="0"/>
              <a:t>Second level 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3135" cy="811530"/>
          </a:xfrm>
        </p:spPr>
        <p:txBody>
          <a:bodyPr anchor="b">
            <a:no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 dirty="0" smtClean="0">
              <a:sym typeface="+mn-ea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kumimoji="0" lang="en-US" sz="2800" b="0" i="0" u="none" strike="noStrike" kern="1200" cap="none" spc="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ítulo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mtClean="0"/>
              <a:t>Editar el estilo de texto del patrón</a:t>
            </a:r>
            <a:endParaRPr lang="es-ES" smtClean="0"/>
          </a:p>
          <a:p>
            <a:pPr lvl="1"/>
            <a:r>
              <a:rPr lang="es-ES" smtClean="0"/>
              <a:t>Segundo nivel</a:t>
            </a:r>
            <a:endParaRPr lang="es-ES" smtClean="0"/>
          </a:p>
          <a:p>
            <a:pPr lvl="2"/>
            <a:r>
              <a:rPr lang="es-ES" smtClean="0"/>
              <a:t>Tercer nivel</a:t>
            </a:r>
            <a:endParaRPr lang="es-ES" smtClean="0"/>
          </a:p>
          <a:p>
            <a:pPr lvl="3"/>
            <a:r>
              <a:rPr lang="es-ES" smtClean="0"/>
              <a:t>Cuarto nivel</a:t>
            </a:r>
            <a:endParaRPr lang="es-ES" smtClean="0"/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 dirty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dirty="0" smtClean="0"/>
              <a:t>Click to edit Master text styles</a:t>
            </a:r>
            <a:endParaRPr lang="en-US" dirty="0" smtClean="0"/>
          </a:p>
          <a:p>
            <a:pPr lvl="1"/>
            <a:r>
              <a:rPr lang="en-US" dirty="0" smtClean="0"/>
              <a:t>Second level</a:t>
            </a:r>
            <a:endParaRPr lang="en-US" dirty="0" smtClean="0"/>
          </a:p>
          <a:p>
            <a:pPr lvl="2"/>
            <a:r>
              <a:rPr lang="en-US" dirty="0" smtClean="0"/>
              <a:t>Third level</a:t>
            </a:r>
            <a:endParaRPr lang="en-US" dirty="0"/>
          </a:p>
          <a:p>
            <a:pPr lvl="3"/>
            <a:r>
              <a:rPr lang="en-US" dirty="0" smtClean="0"/>
              <a:t>Fourth level</a:t>
            </a:r>
            <a:endParaRPr lang="en-US" dirty="0"/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Calibri Light" panose="020F0302020204030204" pitchFamily="34" charset="0"/>
          <a:ea typeface="+mj-ea"/>
          <a:cs typeface="+mj-cs"/>
        </a:defRPr>
      </a:lvl1pPr>
    </p:titleStyle>
    <p:bodyStyle>
      <a:lvl1pPr marL="0" marR="0" indent="0" algn="l" defTabSz="914400" rtl="0" eaLnBrk="1" fontAlgn="auto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 panose="020B0604020202020204" pitchFamily="34" charset="0"/>
        <a:buNone/>
        <a:defRPr sz="2800" b="0" kern="120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7.png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web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1" Type="http://schemas.openxmlformats.org/officeDocument/2006/relationships/image" Target="../media/image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0" name="Grupo 9"/>
          <p:cNvGrpSpPr/>
          <p:nvPr/>
        </p:nvGrpSpPr>
        <p:grpSpPr>
          <a:xfrm>
            <a:off x="95250" y="140970"/>
            <a:ext cx="9505950" cy="6144895"/>
            <a:chOff x="150" y="222"/>
            <a:chExt cx="14970" cy="9677"/>
          </a:xfrm>
        </p:grpSpPr>
        <p:pic>
          <p:nvPicPr>
            <p:cNvPr id="5" name="Imagen 4"/>
            <p:cNvPicPr/>
            <p:nvPr/>
          </p:nvPicPr>
          <p:blipFill>
            <a:blip r:embed="rId1"/>
            <a:srcRect l="5889" t="6926" r="6852" b="53685"/>
            <a:stretch>
              <a:fillRect/>
            </a:stretch>
          </p:blipFill>
          <p:spPr>
            <a:xfrm rot="10800000">
              <a:off x="8210" y="222"/>
              <a:ext cx="6911" cy="3120"/>
            </a:xfrm>
            <a:prstGeom prst="rect">
              <a:avLst/>
            </a:prstGeom>
          </p:spPr>
        </p:pic>
        <p:grpSp>
          <p:nvGrpSpPr>
            <p:cNvPr id="108" name="Grupo 107"/>
            <p:cNvGrpSpPr/>
            <p:nvPr/>
          </p:nvGrpSpPr>
          <p:grpSpPr>
            <a:xfrm>
              <a:off x="150" y="761"/>
              <a:ext cx="8262" cy="9138"/>
              <a:chOff x="150" y="957"/>
              <a:chExt cx="11266" cy="12460"/>
            </a:xfrm>
          </p:grpSpPr>
          <p:cxnSp>
            <p:nvCxnSpPr>
              <p:cNvPr id="105" name="Conector angular 104"/>
              <p:cNvCxnSpPr>
                <a:stCxn id="71" idx="7"/>
                <a:endCxn id="3" idx="2"/>
              </p:cNvCxnSpPr>
              <p:nvPr/>
            </p:nvCxnSpPr>
            <p:spPr>
              <a:xfrm rot="16200000" flipH="1">
                <a:off x="6226" y="-2791"/>
                <a:ext cx="1023" cy="8806"/>
              </a:xfrm>
              <a:prstGeom prst="bentConnector4">
                <a:avLst>
                  <a:gd name="adj1" fmla="val -54000"/>
                  <a:gd name="adj2" fmla="val 93244"/>
                </a:avLst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grpSp>
            <p:nvGrpSpPr>
              <p:cNvPr id="11" name="Grupo 10"/>
              <p:cNvGrpSpPr/>
              <p:nvPr/>
            </p:nvGrpSpPr>
            <p:grpSpPr>
              <a:xfrm>
                <a:off x="11140" y="1694"/>
                <a:ext cx="276" cy="1151"/>
                <a:chOff x="10467" y="1920"/>
                <a:chExt cx="276" cy="1151"/>
              </a:xfrm>
            </p:grpSpPr>
            <p:sp>
              <p:nvSpPr>
                <p:cNvPr id="2" name="Óvalo 1"/>
                <p:cNvSpPr/>
                <p:nvPr/>
              </p:nvSpPr>
              <p:spPr>
                <a:xfrm>
                  <a:off x="10467" y="1920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3" name="Óvalo 2"/>
                <p:cNvSpPr/>
                <p:nvPr/>
              </p:nvSpPr>
              <p:spPr>
                <a:xfrm>
                  <a:off x="10467" y="2211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4" name="Óvalo 3"/>
                <p:cNvSpPr/>
                <p:nvPr/>
              </p:nvSpPr>
              <p:spPr>
                <a:xfrm>
                  <a:off x="10467" y="2502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9" name="Óvalo 8"/>
                <p:cNvSpPr/>
                <p:nvPr/>
              </p:nvSpPr>
              <p:spPr>
                <a:xfrm>
                  <a:off x="10467" y="2794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</p:grpSp>
          <p:grpSp>
            <p:nvGrpSpPr>
              <p:cNvPr id="66" name="Grupo 65"/>
              <p:cNvGrpSpPr/>
              <p:nvPr/>
            </p:nvGrpSpPr>
            <p:grpSpPr>
              <a:xfrm rot="10800000">
                <a:off x="8426" y="7794"/>
                <a:ext cx="2336" cy="5623"/>
                <a:chOff x="5564" y="1119"/>
                <a:chExt cx="2336" cy="5623"/>
              </a:xfrm>
            </p:grpSpPr>
            <p:pic>
              <p:nvPicPr>
                <p:cNvPr id="6" name="Imagen 5"/>
                <p:cNvPicPr>
                  <a:picLocks noChangeAspect="1"/>
                </p:cNvPicPr>
                <p:nvPr/>
              </p:nvPicPr>
              <p:blipFill>
                <a:blip r:embed="rId2"/>
                <a:srcRect l="35387" t="16187" r="33467" b="15120"/>
                <a:stretch>
                  <a:fillRect/>
                </a:stretch>
              </p:blipFill>
              <p:spPr>
                <a:xfrm rot="10800000">
                  <a:off x="5564" y="1119"/>
                  <a:ext cx="2336" cy="5152"/>
                </a:xfrm>
                <a:prstGeom prst="rect">
                  <a:avLst/>
                </a:prstGeom>
              </p:spPr>
            </p:pic>
            <p:pic>
              <p:nvPicPr>
                <p:cNvPr id="57" name="Imagen 56"/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 rot="16200000">
                  <a:off x="5743" y="4585"/>
                  <a:ext cx="2098" cy="2216"/>
                </a:xfrm>
                <a:prstGeom prst="rect">
                  <a:avLst/>
                </a:prstGeom>
              </p:spPr>
            </p:pic>
            <p:sp>
              <p:nvSpPr>
                <p:cNvPr id="58" name="Óvalo 57"/>
                <p:cNvSpPr/>
                <p:nvPr/>
              </p:nvSpPr>
              <p:spPr>
                <a:xfrm>
                  <a:off x="7342" y="6374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59" name="Óvalo 58"/>
                <p:cNvSpPr/>
                <p:nvPr/>
              </p:nvSpPr>
              <p:spPr>
                <a:xfrm>
                  <a:off x="7066" y="6374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60" name="Óvalo 59"/>
                <p:cNvSpPr/>
                <p:nvPr/>
              </p:nvSpPr>
              <p:spPr>
                <a:xfrm>
                  <a:off x="6790" y="6374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61" name="Óvalo 60"/>
                <p:cNvSpPr/>
                <p:nvPr/>
              </p:nvSpPr>
              <p:spPr>
                <a:xfrm>
                  <a:off x="6514" y="6374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</p:grpSp>
          <p:cxnSp>
            <p:nvCxnSpPr>
              <p:cNvPr id="67" name="Conector angular 66"/>
              <p:cNvCxnSpPr>
                <a:stCxn id="70" idx="4"/>
                <a:endCxn id="58" idx="4"/>
              </p:cNvCxnSpPr>
              <p:nvPr/>
            </p:nvCxnSpPr>
            <p:spPr>
              <a:xfrm rot="5400000" flipV="1">
                <a:off x="4419" y="3457"/>
                <a:ext cx="2245" cy="6609"/>
              </a:xfrm>
              <a:prstGeom prst="bentConnector3">
                <a:avLst>
                  <a:gd name="adj1" fmla="val 73140"/>
                </a:avLst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8" name="Conector angular 67"/>
              <p:cNvCxnSpPr>
                <a:stCxn id="80" idx="4"/>
                <a:endCxn id="59" idx="4"/>
              </p:cNvCxnSpPr>
              <p:nvPr/>
            </p:nvCxnSpPr>
            <p:spPr>
              <a:xfrm rot="5400000" flipV="1">
                <a:off x="5641" y="4403"/>
                <a:ext cx="2245" cy="4717"/>
              </a:xfrm>
              <a:prstGeom prst="bentConnector3">
                <a:avLst>
                  <a:gd name="adj1" fmla="val 50022"/>
                </a:avLst>
              </a:prstGeom>
              <a:ln w="28575">
                <a:solidFill>
                  <a:schemeClr val="accent4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grpSp>
            <p:nvGrpSpPr>
              <p:cNvPr id="101" name="Grupo 100"/>
              <p:cNvGrpSpPr/>
              <p:nvPr/>
            </p:nvGrpSpPr>
            <p:grpSpPr>
              <a:xfrm>
                <a:off x="150" y="957"/>
                <a:ext cx="9182" cy="4744"/>
                <a:chOff x="237" y="855"/>
                <a:chExt cx="9182" cy="4744"/>
              </a:xfrm>
            </p:grpSpPr>
            <p:pic>
              <p:nvPicPr>
                <p:cNvPr id="69" name="Imagen 68"/>
                <p:cNvPicPr/>
                <p:nvPr/>
              </p:nvPicPr>
              <p:blipFill>
                <a:blip r:embed="rId4"/>
                <a:srcRect l="24356" t="7898" r="12971" b="7083"/>
                <a:stretch>
                  <a:fillRect/>
                </a:stretch>
              </p:blipFill>
              <p:spPr>
                <a:xfrm rot="5400000">
                  <a:off x="2456" y="-1364"/>
                  <a:ext cx="4745" cy="9182"/>
                </a:xfrm>
                <a:prstGeom prst="rect">
                  <a:avLst/>
                </a:prstGeom>
              </p:spPr>
            </p:pic>
            <p:sp>
              <p:nvSpPr>
                <p:cNvPr id="70" name="Óvalo 69"/>
                <p:cNvSpPr/>
                <p:nvPr/>
              </p:nvSpPr>
              <p:spPr>
                <a:xfrm>
                  <a:off x="2186" y="5261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71" name="Óvalo 70"/>
                <p:cNvSpPr/>
                <p:nvPr/>
              </p:nvSpPr>
              <p:spPr>
                <a:xfrm>
                  <a:off x="2186" y="957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72" name="Óvalo 71"/>
                <p:cNvSpPr/>
                <p:nvPr/>
              </p:nvSpPr>
              <p:spPr>
                <a:xfrm>
                  <a:off x="2626" y="5261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73" name="Óvalo 72"/>
                <p:cNvSpPr/>
                <p:nvPr/>
              </p:nvSpPr>
              <p:spPr>
                <a:xfrm>
                  <a:off x="2626" y="957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74" name="Óvalo 73"/>
                <p:cNvSpPr/>
                <p:nvPr/>
              </p:nvSpPr>
              <p:spPr>
                <a:xfrm>
                  <a:off x="3066" y="5261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75" name="Óvalo 74"/>
                <p:cNvSpPr/>
                <p:nvPr/>
              </p:nvSpPr>
              <p:spPr>
                <a:xfrm>
                  <a:off x="3066" y="957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76" name="Óvalo 75"/>
                <p:cNvSpPr/>
                <p:nvPr/>
              </p:nvSpPr>
              <p:spPr>
                <a:xfrm>
                  <a:off x="3506" y="5261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77" name="Óvalo 76"/>
                <p:cNvSpPr/>
                <p:nvPr/>
              </p:nvSpPr>
              <p:spPr>
                <a:xfrm>
                  <a:off x="3506" y="957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78" name="Óvalo 77"/>
                <p:cNvSpPr/>
                <p:nvPr/>
              </p:nvSpPr>
              <p:spPr>
                <a:xfrm>
                  <a:off x="3914" y="5261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79" name="Óvalo 78"/>
                <p:cNvSpPr/>
                <p:nvPr/>
              </p:nvSpPr>
              <p:spPr>
                <a:xfrm>
                  <a:off x="3914" y="957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80" name="Óvalo 79"/>
                <p:cNvSpPr/>
                <p:nvPr/>
              </p:nvSpPr>
              <p:spPr>
                <a:xfrm>
                  <a:off x="4354" y="5261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81" name="Óvalo 80"/>
                <p:cNvSpPr/>
                <p:nvPr/>
              </p:nvSpPr>
              <p:spPr>
                <a:xfrm>
                  <a:off x="4354" y="957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82" name="Óvalo 81"/>
                <p:cNvSpPr/>
                <p:nvPr/>
              </p:nvSpPr>
              <p:spPr>
                <a:xfrm>
                  <a:off x="4794" y="5261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83" name="Óvalo 82"/>
                <p:cNvSpPr/>
                <p:nvPr/>
              </p:nvSpPr>
              <p:spPr>
                <a:xfrm>
                  <a:off x="4794" y="957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84" name="Óvalo 83"/>
                <p:cNvSpPr/>
                <p:nvPr/>
              </p:nvSpPr>
              <p:spPr>
                <a:xfrm>
                  <a:off x="5234" y="5261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85" name="Óvalo 84"/>
                <p:cNvSpPr/>
                <p:nvPr/>
              </p:nvSpPr>
              <p:spPr>
                <a:xfrm>
                  <a:off x="5234" y="957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86" name="Óvalo 85"/>
                <p:cNvSpPr/>
                <p:nvPr/>
              </p:nvSpPr>
              <p:spPr>
                <a:xfrm>
                  <a:off x="5642" y="5261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87" name="Óvalo 86"/>
                <p:cNvSpPr/>
                <p:nvPr/>
              </p:nvSpPr>
              <p:spPr>
                <a:xfrm>
                  <a:off x="5642" y="957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88" name="Óvalo 87"/>
                <p:cNvSpPr/>
                <p:nvPr/>
              </p:nvSpPr>
              <p:spPr>
                <a:xfrm>
                  <a:off x="6082" y="5261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89" name="Óvalo 88"/>
                <p:cNvSpPr/>
                <p:nvPr/>
              </p:nvSpPr>
              <p:spPr>
                <a:xfrm>
                  <a:off x="6082" y="957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90" name="Óvalo 89"/>
                <p:cNvSpPr/>
                <p:nvPr/>
              </p:nvSpPr>
              <p:spPr>
                <a:xfrm>
                  <a:off x="6522" y="5261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91" name="Óvalo 90"/>
                <p:cNvSpPr/>
                <p:nvPr/>
              </p:nvSpPr>
              <p:spPr>
                <a:xfrm>
                  <a:off x="6522" y="957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92" name="Óvalo 91"/>
                <p:cNvSpPr/>
                <p:nvPr/>
              </p:nvSpPr>
              <p:spPr>
                <a:xfrm>
                  <a:off x="6953" y="5261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93" name="Óvalo 92"/>
                <p:cNvSpPr/>
                <p:nvPr/>
              </p:nvSpPr>
              <p:spPr>
                <a:xfrm>
                  <a:off x="6953" y="957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94" name="Óvalo 93"/>
                <p:cNvSpPr/>
                <p:nvPr/>
              </p:nvSpPr>
              <p:spPr>
                <a:xfrm>
                  <a:off x="7370" y="5261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95" name="Óvalo 94"/>
                <p:cNvSpPr/>
                <p:nvPr/>
              </p:nvSpPr>
              <p:spPr>
                <a:xfrm>
                  <a:off x="7370" y="957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96" name="Óvalo 95"/>
                <p:cNvSpPr/>
                <p:nvPr/>
              </p:nvSpPr>
              <p:spPr>
                <a:xfrm>
                  <a:off x="7792" y="5261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97" name="Óvalo 96"/>
                <p:cNvSpPr/>
                <p:nvPr/>
              </p:nvSpPr>
              <p:spPr>
                <a:xfrm>
                  <a:off x="7792" y="957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98" name="Óvalo 97"/>
                <p:cNvSpPr/>
                <p:nvPr/>
              </p:nvSpPr>
              <p:spPr>
                <a:xfrm>
                  <a:off x="8232" y="5261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  <p:sp>
              <p:nvSpPr>
                <p:cNvPr id="99" name="Óvalo 98"/>
                <p:cNvSpPr/>
                <p:nvPr/>
              </p:nvSpPr>
              <p:spPr>
                <a:xfrm>
                  <a:off x="8232" y="957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s-MX" altLang="en-US" u="sng"/>
                </a:p>
              </p:txBody>
            </p:sp>
          </p:grpSp>
          <p:cxnSp>
            <p:nvCxnSpPr>
              <p:cNvPr id="102" name="Conector angular 101"/>
              <p:cNvCxnSpPr>
                <a:stCxn id="82" idx="4"/>
                <a:endCxn id="60" idx="4"/>
              </p:cNvCxnSpPr>
              <p:nvPr/>
            </p:nvCxnSpPr>
            <p:spPr>
              <a:xfrm rot="5400000" flipV="1">
                <a:off x="5999" y="4485"/>
                <a:ext cx="2245" cy="4553"/>
              </a:xfrm>
              <a:prstGeom prst="bentConnector3">
                <a:avLst>
                  <a:gd name="adj1" fmla="val 38084"/>
                </a:avLst>
              </a:prstGeom>
              <a:ln w="28575">
                <a:solidFill>
                  <a:srgbClr val="FFFF00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03" name="Conector angular 102"/>
              <p:cNvCxnSpPr>
                <a:stCxn id="72" idx="4"/>
                <a:endCxn id="61" idx="4"/>
              </p:cNvCxnSpPr>
              <p:nvPr/>
            </p:nvCxnSpPr>
            <p:spPr>
              <a:xfrm rot="5400000" flipV="1">
                <a:off x="5053" y="3263"/>
                <a:ext cx="2245" cy="6997"/>
              </a:xfrm>
              <a:prstGeom prst="bentConnector3">
                <a:avLst>
                  <a:gd name="adj1" fmla="val 59866"/>
                </a:avLst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04" name="Conector angular 103"/>
              <p:cNvCxnSpPr>
                <a:stCxn id="73" idx="0"/>
                <a:endCxn id="2" idx="2"/>
              </p:cNvCxnSpPr>
              <p:nvPr/>
            </p:nvCxnSpPr>
            <p:spPr>
              <a:xfrm rot="16200000" flipH="1">
                <a:off x="6521" y="-2785"/>
                <a:ext cx="774" cy="8463"/>
              </a:xfrm>
              <a:prstGeom prst="bentConnector4">
                <a:avLst>
                  <a:gd name="adj1" fmla="val -97739"/>
                  <a:gd name="adj2" fmla="val 83274"/>
                </a:avLst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06" name="Conector angular 105"/>
              <p:cNvCxnSpPr>
                <a:stCxn id="96" idx="4"/>
                <a:endCxn id="9" idx="2"/>
              </p:cNvCxnSpPr>
              <p:nvPr/>
            </p:nvCxnSpPr>
            <p:spPr>
              <a:xfrm rot="5400000" flipH="1" flipV="1">
                <a:off x="8025" y="2524"/>
                <a:ext cx="2933" cy="3297"/>
              </a:xfrm>
              <a:prstGeom prst="bentConnector4">
                <a:avLst>
                  <a:gd name="adj1" fmla="val -21445"/>
                  <a:gd name="adj2" fmla="val 59811"/>
                </a:avLst>
              </a:prstGeom>
              <a:ln w="28575">
                <a:solidFill>
                  <a:srgbClr val="92D050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07" name="Conector angular 106"/>
              <p:cNvCxnSpPr>
                <a:stCxn id="90" idx="3"/>
              </p:cNvCxnSpPr>
              <p:nvPr/>
            </p:nvCxnSpPr>
            <p:spPr>
              <a:xfrm rot="5400000" flipH="1" flipV="1">
                <a:off x="7215" y="1674"/>
                <a:ext cx="3184" cy="4665"/>
              </a:xfrm>
              <a:prstGeom prst="bentConnector4">
                <a:avLst>
                  <a:gd name="adj1" fmla="val -13050"/>
                  <a:gd name="adj2" fmla="val 64640"/>
                </a:avLst>
              </a:prstGeom>
              <a:ln w="28575">
                <a:solidFill>
                  <a:srgbClr val="0000FE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" name="Grupo 13"/>
          <p:cNvGrpSpPr/>
          <p:nvPr/>
        </p:nvGrpSpPr>
        <p:grpSpPr>
          <a:xfrm rot="10800000">
            <a:off x="9037955" y="3013710"/>
            <a:ext cx="3154045" cy="1798320"/>
            <a:chOff x="13896" y="5984"/>
            <a:chExt cx="4967" cy="2832"/>
          </a:xfrm>
        </p:grpSpPr>
        <p:pic>
          <p:nvPicPr>
            <p:cNvPr id="8" name="Imagen 7"/>
            <p:cNvPicPr/>
            <p:nvPr/>
          </p:nvPicPr>
          <p:blipFill>
            <a:blip r:embed="rId5"/>
            <a:srcRect l="17593" t="42333" r="37667" b="31444"/>
            <a:stretch>
              <a:fillRect/>
            </a:stretch>
          </p:blipFill>
          <p:spPr>
            <a:xfrm>
              <a:off x="13896" y="5984"/>
              <a:ext cx="4832" cy="2832"/>
            </a:xfrm>
            <a:prstGeom prst="rect">
              <a:avLst/>
            </a:prstGeom>
          </p:spPr>
        </p:pic>
        <p:sp>
          <p:nvSpPr>
            <p:cNvPr id="12" name="Óvalo 11"/>
            <p:cNvSpPr/>
            <p:nvPr/>
          </p:nvSpPr>
          <p:spPr>
            <a:xfrm>
              <a:off x="18587" y="7794"/>
              <a:ext cx="276" cy="2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s-MX" altLang="en-US" u="sng"/>
            </a:p>
          </p:txBody>
        </p:sp>
        <p:sp>
          <p:nvSpPr>
            <p:cNvPr id="13" name="Óvalo 12"/>
            <p:cNvSpPr/>
            <p:nvPr/>
          </p:nvSpPr>
          <p:spPr>
            <a:xfrm>
              <a:off x="18587" y="7261"/>
              <a:ext cx="276" cy="2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s-MX" altLang="en-US" u="sng"/>
            </a:p>
          </p:txBody>
        </p:sp>
      </p:grpSp>
      <p:grpSp>
        <p:nvGrpSpPr>
          <p:cNvPr id="29" name="Grupo 28"/>
          <p:cNvGrpSpPr/>
          <p:nvPr/>
        </p:nvGrpSpPr>
        <p:grpSpPr>
          <a:xfrm rot="0">
            <a:off x="6583680" y="6632575"/>
            <a:ext cx="1750060" cy="730250"/>
            <a:chOff x="8675" y="6641"/>
            <a:chExt cx="2756" cy="1150"/>
          </a:xfrm>
        </p:grpSpPr>
        <p:grpSp>
          <p:nvGrpSpPr>
            <p:cNvPr id="22" name="Grupo 21"/>
            <p:cNvGrpSpPr/>
            <p:nvPr/>
          </p:nvGrpSpPr>
          <p:grpSpPr>
            <a:xfrm>
              <a:off x="8675" y="6641"/>
              <a:ext cx="2757" cy="1150"/>
              <a:chOff x="8675" y="6641"/>
              <a:chExt cx="2757" cy="1150"/>
            </a:xfrm>
          </p:grpSpPr>
          <p:pic>
            <p:nvPicPr>
              <p:cNvPr id="15" name="Imagen 14"/>
              <p:cNvPicPr/>
              <p:nvPr/>
            </p:nvPicPr>
            <p:blipFill>
              <a:blip r:embed="rId6"/>
              <a:srcRect l="43984" t="32542" r="40877" b="14275"/>
              <a:stretch>
                <a:fillRect/>
              </a:stretch>
            </p:blipFill>
            <p:spPr>
              <a:xfrm rot="5400000">
                <a:off x="9478" y="5838"/>
                <a:ext cx="1150" cy="2757"/>
              </a:xfrm>
              <a:prstGeom prst="rect">
                <a:avLst/>
              </a:prstGeom>
            </p:spPr>
          </p:pic>
          <p:sp>
            <p:nvSpPr>
              <p:cNvPr id="16" name="Óvalo 15"/>
              <p:cNvSpPr/>
              <p:nvPr/>
            </p:nvSpPr>
            <p:spPr>
              <a:xfrm rot="10800000">
                <a:off x="11156" y="6709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17" name="Óvalo 16"/>
              <p:cNvSpPr/>
              <p:nvPr/>
            </p:nvSpPr>
            <p:spPr>
              <a:xfrm rot="10800000">
                <a:off x="11156" y="7037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18" name="Óvalo 17"/>
              <p:cNvSpPr/>
              <p:nvPr/>
            </p:nvSpPr>
            <p:spPr>
              <a:xfrm rot="10800000">
                <a:off x="11156" y="7391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19" name="Óvalo 18"/>
              <p:cNvSpPr/>
              <p:nvPr/>
            </p:nvSpPr>
            <p:spPr>
              <a:xfrm rot="10800000">
                <a:off x="8699" y="6709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20" name="Óvalo 19"/>
              <p:cNvSpPr/>
              <p:nvPr/>
            </p:nvSpPr>
            <p:spPr>
              <a:xfrm rot="10800000">
                <a:off x="8699" y="7037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  <p:sp>
            <p:nvSpPr>
              <p:cNvPr id="21" name="Óvalo 20"/>
              <p:cNvSpPr/>
              <p:nvPr/>
            </p:nvSpPr>
            <p:spPr>
              <a:xfrm rot="10800000">
                <a:off x="8699" y="7391"/>
                <a:ext cx="276" cy="2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s-MX" altLang="en-US" u="sng"/>
              </a:p>
            </p:txBody>
          </p:sp>
        </p:grpSp>
        <p:sp>
          <p:nvSpPr>
            <p:cNvPr id="23" name="Cuadro de texto 22"/>
            <p:cNvSpPr txBox="1"/>
            <p:nvPr/>
          </p:nvSpPr>
          <p:spPr>
            <a:xfrm>
              <a:off x="10635" y="7328"/>
              <a:ext cx="521" cy="34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p>
              <a:pPr algn="ctr"/>
              <a:r>
                <a:rPr lang="es-MX" altLang="en-US" sz="800" b="1"/>
                <a:t>NO</a:t>
              </a:r>
              <a:endParaRPr lang="es-MX" altLang="en-US" sz="800" b="1"/>
            </a:p>
          </p:txBody>
        </p:sp>
        <p:sp>
          <p:nvSpPr>
            <p:cNvPr id="24" name="Cuadro de texto 23"/>
            <p:cNvSpPr txBox="1"/>
            <p:nvPr/>
          </p:nvSpPr>
          <p:spPr>
            <a:xfrm>
              <a:off x="10491" y="7037"/>
              <a:ext cx="665" cy="34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p>
              <a:pPr algn="ctr"/>
              <a:r>
                <a:rPr lang="es-MX" altLang="en-US" sz="800" b="1"/>
                <a:t>COM</a:t>
              </a:r>
              <a:endParaRPr lang="es-MX" altLang="en-US" sz="800" b="1"/>
            </a:p>
          </p:txBody>
        </p:sp>
        <p:sp>
          <p:nvSpPr>
            <p:cNvPr id="25" name="Cuadro de texto 24"/>
            <p:cNvSpPr txBox="1"/>
            <p:nvPr/>
          </p:nvSpPr>
          <p:spPr>
            <a:xfrm>
              <a:off x="10635" y="6697"/>
              <a:ext cx="521" cy="34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p>
              <a:pPr algn="ctr"/>
              <a:r>
                <a:rPr lang="es-MX" altLang="en-US" sz="800" b="1"/>
                <a:t>NC</a:t>
              </a:r>
              <a:endParaRPr lang="es-MX" altLang="en-US" sz="800" b="1"/>
            </a:p>
          </p:txBody>
        </p:sp>
        <p:sp>
          <p:nvSpPr>
            <p:cNvPr id="26" name="Cuadro de texto 25"/>
            <p:cNvSpPr txBox="1"/>
            <p:nvPr/>
          </p:nvSpPr>
          <p:spPr>
            <a:xfrm>
              <a:off x="9051" y="6697"/>
              <a:ext cx="266" cy="26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p>
              <a:pPr algn="ctr">
                <a:lnSpc>
                  <a:spcPct val="80000"/>
                </a:lnSpc>
              </a:pPr>
              <a:r>
                <a:rPr lang="es-MX" altLang="en-US" sz="800" b="1"/>
                <a:t>S</a:t>
              </a:r>
              <a:endParaRPr lang="es-MX" altLang="en-US" sz="800" b="1"/>
            </a:p>
          </p:txBody>
        </p:sp>
        <p:sp>
          <p:nvSpPr>
            <p:cNvPr id="27" name="Cuadro de texto 26"/>
            <p:cNvSpPr txBox="1"/>
            <p:nvPr/>
          </p:nvSpPr>
          <p:spPr>
            <a:xfrm>
              <a:off x="9051" y="7061"/>
              <a:ext cx="266" cy="26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p>
              <a:pPr algn="ctr">
                <a:lnSpc>
                  <a:spcPct val="80000"/>
                </a:lnSpc>
              </a:pPr>
              <a:r>
                <a:rPr lang="es-MX" altLang="en-US" sz="800" b="1"/>
                <a:t>+</a:t>
              </a:r>
              <a:endParaRPr lang="es-MX" altLang="en-US" sz="800" b="1"/>
            </a:p>
          </p:txBody>
        </p:sp>
        <p:sp>
          <p:nvSpPr>
            <p:cNvPr id="28" name="Cuadro de texto 27"/>
            <p:cNvSpPr txBox="1"/>
            <p:nvPr/>
          </p:nvSpPr>
          <p:spPr>
            <a:xfrm>
              <a:off x="9051" y="7406"/>
              <a:ext cx="266" cy="26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p>
              <a:pPr algn="ctr">
                <a:lnSpc>
                  <a:spcPct val="80000"/>
                </a:lnSpc>
              </a:pPr>
              <a:r>
                <a:rPr lang="es-MX" altLang="en-US" sz="800" b="1"/>
                <a:t>-</a:t>
              </a:r>
              <a:endParaRPr lang="es-MX" altLang="en-US" sz="800" b="1"/>
            </a:p>
          </p:txBody>
        </p:sp>
      </p:grpSp>
      <p:cxnSp>
        <p:nvCxnSpPr>
          <p:cNvPr id="36" name="Conector angular 35"/>
          <p:cNvCxnSpPr>
            <a:stCxn id="13" idx="6"/>
            <a:endCxn id="33" idx="4"/>
          </p:cNvCxnSpPr>
          <p:nvPr/>
        </p:nvCxnSpPr>
        <p:spPr>
          <a:xfrm rot="10800000" flipV="1">
            <a:off x="2142490" y="3912870"/>
            <a:ext cx="6895465" cy="2813050"/>
          </a:xfrm>
          <a:prstGeom prst="bentConnector3">
            <a:avLst>
              <a:gd name="adj1" fmla="val 49995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7" name="Conector angular 36"/>
          <p:cNvCxnSpPr>
            <a:stCxn id="17" idx="2"/>
            <a:endCxn id="32" idx="4"/>
          </p:cNvCxnSpPr>
          <p:nvPr/>
        </p:nvCxnSpPr>
        <p:spPr>
          <a:xfrm flipH="1" flipV="1">
            <a:off x="2142490" y="6341745"/>
            <a:ext cx="6191885" cy="629920"/>
          </a:xfrm>
          <a:prstGeom prst="bentConnector3">
            <a:avLst>
              <a:gd name="adj1" fmla="val -3846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Conector angular 37"/>
          <p:cNvCxnSpPr>
            <a:stCxn id="18" idx="2"/>
            <a:endCxn id="12" idx="6"/>
          </p:cNvCxnSpPr>
          <p:nvPr/>
        </p:nvCxnSpPr>
        <p:spPr>
          <a:xfrm flipV="1">
            <a:off x="8334375" y="3574415"/>
            <a:ext cx="703580" cy="3622040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9" name="Conector angular 38"/>
          <p:cNvCxnSpPr/>
          <p:nvPr/>
        </p:nvCxnSpPr>
        <p:spPr>
          <a:xfrm rot="10800000">
            <a:off x="1112520" y="549910"/>
            <a:ext cx="5486400" cy="6422390"/>
          </a:xfrm>
          <a:prstGeom prst="bentConnector4">
            <a:avLst>
              <a:gd name="adj1" fmla="val 137349"/>
              <a:gd name="adj2" fmla="val 105981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Conector angular 39"/>
          <p:cNvCxnSpPr>
            <a:stCxn id="21" idx="6"/>
            <a:endCxn id="73" idx="1"/>
          </p:cNvCxnSpPr>
          <p:nvPr/>
        </p:nvCxnSpPr>
        <p:spPr>
          <a:xfrm rot="10800000">
            <a:off x="1226820" y="549910"/>
            <a:ext cx="5372100" cy="6647180"/>
          </a:xfrm>
          <a:prstGeom prst="bentConnector4">
            <a:avLst>
              <a:gd name="adj1" fmla="val 148475"/>
              <a:gd name="adj2" fmla="val 10871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35" name="Grupo 34"/>
          <p:cNvGrpSpPr/>
          <p:nvPr/>
        </p:nvGrpSpPr>
        <p:grpSpPr>
          <a:xfrm rot="5400000">
            <a:off x="628333" y="5586413"/>
            <a:ext cx="1177290" cy="1850390"/>
            <a:chOff x="10635" y="8107"/>
            <a:chExt cx="1854" cy="2914"/>
          </a:xfrm>
        </p:grpSpPr>
        <p:pic>
          <p:nvPicPr>
            <p:cNvPr id="31" name="Imagen 30"/>
            <p:cNvPicPr>
              <a:picLocks noChangeAspect="1"/>
            </p:cNvPicPr>
            <p:nvPr/>
          </p:nvPicPr>
          <p:blipFill>
            <a:blip r:embed="rId7"/>
            <a:srcRect l="15778" t="28976" r="51413" b="26881"/>
            <a:stretch>
              <a:fillRect/>
            </a:stretch>
          </p:blipFill>
          <p:spPr>
            <a:xfrm rot="5400000">
              <a:off x="10186" y="8718"/>
              <a:ext cx="2751" cy="1854"/>
            </a:xfrm>
            <a:prstGeom prst="rect">
              <a:avLst/>
            </a:prstGeom>
          </p:spPr>
        </p:pic>
        <p:sp>
          <p:nvSpPr>
            <p:cNvPr id="32" name="Óvalo 31"/>
            <p:cNvSpPr/>
            <p:nvPr/>
          </p:nvSpPr>
          <p:spPr>
            <a:xfrm rot="10800000">
              <a:off x="11156" y="8107"/>
              <a:ext cx="276" cy="2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s-MX" altLang="en-US" u="sng"/>
            </a:p>
          </p:txBody>
        </p:sp>
        <p:sp>
          <p:nvSpPr>
            <p:cNvPr id="33" name="Óvalo 32"/>
            <p:cNvSpPr/>
            <p:nvPr/>
          </p:nvSpPr>
          <p:spPr>
            <a:xfrm rot="10800000">
              <a:off x="11761" y="8107"/>
              <a:ext cx="276" cy="2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s-MX" altLang="en-US" u="sng"/>
            </a:p>
          </p:txBody>
        </p:sp>
        <p:sp>
          <p:nvSpPr>
            <p:cNvPr id="34" name="Óvalo 33"/>
            <p:cNvSpPr/>
            <p:nvPr/>
          </p:nvSpPr>
          <p:spPr>
            <a:xfrm rot="16200000">
              <a:off x="11157" y="8632"/>
              <a:ext cx="934" cy="93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lIns="0" tIns="0" rIns="0" bIns="0" rtlCol="0" anchor="ctr"/>
            <a:p>
              <a:pPr algn="ctr"/>
              <a:r>
                <a:rPr lang="es-MX" altLang="en-US" sz="1600" b="1">
                  <a:solidFill>
                    <a:srgbClr val="FF0000"/>
                  </a:solidFill>
                </a:rPr>
                <a:t>12V</a:t>
              </a:r>
              <a:endParaRPr lang="es-MX" altLang="en-US" sz="1600" b="1">
                <a:solidFill>
                  <a:srgbClr val="FF0000"/>
                </a:solidFill>
              </a:endParaRPr>
            </a:p>
          </p:txBody>
        </p:sp>
      </p:grpSp>
      <p:cxnSp>
        <p:nvCxnSpPr>
          <p:cNvPr id="41" name="Conector angular 40"/>
          <p:cNvCxnSpPr>
            <a:stCxn id="19" idx="6"/>
            <a:endCxn id="85" idx="0"/>
          </p:cNvCxnSpPr>
          <p:nvPr/>
        </p:nvCxnSpPr>
        <p:spPr>
          <a:xfrm rot="10800000">
            <a:off x="2486660" y="530860"/>
            <a:ext cx="4112260" cy="6233160"/>
          </a:xfrm>
          <a:prstGeom prst="bentConnector4">
            <a:avLst>
              <a:gd name="adj1" fmla="val 176374"/>
              <a:gd name="adj2" fmla="val 112337"/>
            </a:avLst>
          </a:prstGeom>
          <a:ln w="28575">
            <a:solidFill>
              <a:srgbClr val="FE00DE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Imagen 3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6195695" y="-101600"/>
            <a:ext cx="649605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</Words>
  <Application>WPS Presentation</Application>
  <PresentationFormat>宽屏</PresentationFormat>
  <Paragraphs>14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0" baseType="lpstr">
      <vt:lpstr>Arial</vt:lpstr>
      <vt:lpstr>SimSun</vt:lpstr>
      <vt:lpstr>Wingdings</vt:lpstr>
      <vt:lpstr>Calibri Light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Nopel</dc:creator>
  <cp:lastModifiedBy>Nopel</cp:lastModifiedBy>
  <cp:revision>9</cp:revision>
  <dcterms:created xsi:type="dcterms:W3CDTF">2025-07-23T00:59:00Z</dcterms:created>
  <dcterms:modified xsi:type="dcterms:W3CDTF">2026-07-06T11:16:41Z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2058-12.1.0.26880</vt:lpwstr>
  </property>
  <property fmtid="{D5CDD505-2E9C-101B-9397-08002B2CF9AE}" pid="3" name="ICV">
    <vt:lpwstr>0B846F56A2814ED4A41ACF85D3F4B2E6_11</vt:lpwstr>
  </property>
</Properties>
</file>